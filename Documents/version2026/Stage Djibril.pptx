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9"/>
  </p:notesMasterIdLst>
  <p:sldIdLst>
    <p:sldId id="277" r:id="rId2"/>
    <p:sldId id="276" r:id="rId3"/>
    <p:sldId id="285" r:id="rId4"/>
    <p:sldId id="292" r:id="rId5"/>
    <p:sldId id="284" r:id="rId6"/>
    <p:sldId id="287" r:id="rId7"/>
    <p:sldId id="288" r:id="rId8"/>
    <p:sldId id="282" r:id="rId9"/>
    <p:sldId id="294" r:id="rId10"/>
    <p:sldId id="293" r:id="rId11"/>
    <p:sldId id="289" r:id="rId12"/>
    <p:sldId id="275" r:id="rId13"/>
    <p:sldId id="290" r:id="rId14"/>
    <p:sldId id="301" r:id="rId15"/>
    <p:sldId id="296" r:id="rId16"/>
    <p:sldId id="295" r:id="rId17"/>
    <p:sldId id="300" r:id="rId18"/>
    <p:sldId id="298" r:id="rId19"/>
    <p:sldId id="303" r:id="rId20"/>
    <p:sldId id="302" r:id="rId21"/>
    <p:sldId id="304" r:id="rId22"/>
    <p:sldId id="305" r:id="rId23"/>
    <p:sldId id="306" r:id="rId24"/>
    <p:sldId id="307" r:id="rId25"/>
    <p:sldId id="299" r:id="rId26"/>
    <p:sldId id="308" r:id="rId27"/>
    <p:sldId id="309" r:id="rId28"/>
    <p:sldId id="281" r:id="rId29"/>
    <p:sldId id="279" r:id="rId30"/>
    <p:sldId id="261" r:id="rId31"/>
    <p:sldId id="260" r:id="rId32"/>
    <p:sldId id="280" r:id="rId33"/>
    <p:sldId id="256" r:id="rId34"/>
    <p:sldId id="257" r:id="rId35"/>
    <p:sldId id="258" r:id="rId36"/>
    <p:sldId id="262" r:id="rId37"/>
    <p:sldId id="264" r:id="rId38"/>
    <p:sldId id="266" r:id="rId39"/>
    <p:sldId id="267" r:id="rId40"/>
    <p:sldId id="268" r:id="rId41"/>
    <p:sldId id="283" r:id="rId42"/>
    <p:sldId id="270" r:id="rId43"/>
    <p:sldId id="271" r:id="rId44"/>
    <p:sldId id="272" r:id="rId45"/>
    <p:sldId id="273" r:id="rId46"/>
    <p:sldId id="274" r:id="rId47"/>
    <p:sldId id="286" r:id="rId48"/>
  </p:sldIdLst>
  <p:sldSz cx="18288000" cy="10287000"/>
  <p:notesSz cx="6858000" cy="9144000"/>
  <p:embeddedFontLst>
    <p:embeddedFont>
      <p:font typeface="Cambria Math" panose="02040503050406030204" pitchFamily="18" charset="0"/>
      <p:regular r:id="rId50"/>
    </p:embeddedFont>
    <p:embeddedFont>
      <p:font typeface="Lora" pitchFamily="2" charset="0"/>
      <p:regular r:id="rId51"/>
      <p:bold r:id="rId52"/>
      <p:italic r:id="rId53"/>
      <p:boldItalic r:id="rId54"/>
    </p:embeddedFont>
    <p:embeddedFont>
      <p:font typeface="Open Sans" panose="020B0606030504020204" pitchFamily="34" charset="0"/>
      <p:regular r:id="rId55"/>
      <p:bold r:id="rId56"/>
      <p:italic r:id="rId57"/>
      <p:boldItalic r:id="rId58"/>
    </p:embeddedFont>
    <p:embeddedFont>
      <p:font typeface="Open Sans Bold" panose="020B0806030504020204" charset="0"/>
      <p:regular r:id="rId59"/>
    </p:embeddedFont>
    <p:embeddedFont>
      <p:font typeface="Open Sans Bold Italics" panose="020B0604020202020204" charset="0"/>
      <p:regular r:id="rId60"/>
    </p:embeddedFont>
    <p:embeddedFont>
      <p:font typeface="Open Sans Italics" panose="020B0604020202020204" charset="0"/>
      <p:regular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5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jibril\AppData\Roaming\Microsoft\Excel\data%20(version%202)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Classeur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Classeur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évolution de la</a:t>
            </a:r>
            <a:r>
              <a:rPr lang="fr-FR" baseline="0"/>
              <a:t> plage de l'incertitudes de mesures en fonction de la tension du capteur</a:t>
            </a:r>
          </a:p>
          <a:p>
            <a:pPr>
              <a:defRPr/>
            </a:pPr>
            <a:endParaRPr lang="fr-F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9.1914260717410323E-2"/>
          <c:y val="0.22347222222222221"/>
          <c:w val="0.85219685039370074"/>
          <c:h val="0.56264690871974332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Sheet1!$H$4:$H$912</c:f>
              <c:numCache>
                <c:formatCode>General</c:formatCode>
                <c:ptCount val="909"/>
                <c:pt idx="0">
                  <c:v>0</c:v>
                </c:pt>
                <c:pt idx="1">
                  <c:v>4.88</c:v>
                </c:pt>
                <c:pt idx="2">
                  <c:v>9.76</c:v>
                </c:pt>
                <c:pt idx="3">
                  <c:v>14.64</c:v>
                </c:pt>
                <c:pt idx="4">
                  <c:v>19.52</c:v>
                </c:pt>
                <c:pt idx="5">
                  <c:v>24.4</c:v>
                </c:pt>
                <c:pt idx="6">
                  <c:v>29.28</c:v>
                </c:pt>
                <c:pt idx="7">
                  <c:v>34.159999999999997</c:v>
                </c:pt>
                <c:pt idx="8">
                  <c:v>39.04</c:v>
                </c:pt>
                <c:pt idx="9">
                  <c:v>43.92</c:v>
                </c:pt>
                <c:pt idx="10">
                  <c:v>48.8</c:v>
                </c:pt>
                <c:pt idx="11">
                  <c:v>53.68</c:v>
                </c:pt>
                <c:pt idx="12">
                  <c:v>58.56</c:v>
                </c:pt>
                <c:pt idx="13">
                  <c:v>63.44</c:v>
                </c:pt>
                <c:pt idx="14">
                  <c:v>68.319999999999993</c:v>
                </c:pt>
                <c:pt idx="15">
                  <c:v>73.2</c:v>
                </c:pt>
                <c:pt idx="16">
                  <c:v>78.08</c:v>
                </c:pt>
                <c:pt idx="17">
                  <c:v>82.96</c:v>
                </c:pt>
                <c:pt idx="18">
                  <c:v>87.84</c:v>
                </c:pt>
                <c:pt idx="19">
                  <c:v>92.72</c:v>
                </c:pt>
                <c:pt idx="20">
                  <c:v>97.6</c:v>
                </c:pt>
                <c:pt idx="21">
                  <c:v>102.48</c:v>
                </c:pt>
                <c:pt idx="22">
                  <c:v>107.36</c:v>
                </c:pt>
                <c:pt idx="23">
                  <c:v>112.24</c:v>
                </c:pt>
                <c:pt idx="24">
                  <c:v>117.12</c:v>
                </c:pt>
                <c:pt idx="25">
                  <c:v>122</c:v>
                </c:pt>
                <c:pt idx="26">
                  <c:v>126.88</c:v>
                </c:pt>
                <c:pt idx="27">
                  <c:v>131.76</c:v>
                </c:pt>
                <c:pt idx="28">
                  <c:v>136.63999999999999</c:v>
                </c:pt>
                <c:pt idx="29">
                  <c:v>141.52000000000001</c:v>
                </c:pt>
                <c:pt idx="30">
                  <c:v>146.4</c:v>
                </c:pt>
                <c:pt idx="31">
                  <c:v>151.28</c:v>
                </c:pt>
                <c:pt idx="32">
                  <c:v>156.16</c:v>
                </c:pt>
                <c:pt idx="33">
                  <c:v>161.04</c:v>
                </c:pt>
                <c:pt idx="34">
                  <c:v>165.92</c:v>
                </c:pt>
                <c:pt idx="35">
                  <c:v>170.79999999999998</c:v>
                </c:pt>
                <c:pt idx="36">
                  <c:v>175.68</c:v>
                </c:pt>
                <c:pt idx="37">
                  <c:v>180.56</c:v>
                </c:pt>
                <c:pt idx="38">
                  <c:v>185.44</c:v>
                </c:pt>
                <c:pt idx="39">
                  <c:v>190.32</c:v>
                </c:pt>
                <c:pt idx="40">
                  <c:v>195.2</c:v>
                </c:pt>
                <c:pt idx="41">
                  <c:v>200.07999999999998</c:v>
                </c:pt>
                <c:pt idx="42">
                  <c:v>204.96</c:v>
                </c:pt>
                <c:pt idx="43">
                  <c:v>209.84</c:v>
                </c:pt>
                <c:pt idx="44">
                  <c:v>214.72</c:v>
                </c:pt>
                <c:pt idx="45">
                  <c:v>219.6</c:v>
                </c:pt>
                <c:pt idx="46">
                  <c:v>224.48</c:v>
                </c:pt>
                <c:pt idx="47">
                  <c:v>229.35999999999999</c:v>
                </c:pt>
                <c:pt idx="48">
                  <c:v>234.24</c:v>
                </c:pt>
                <c:pt idx="49">
                  <c:v>239.12</c:v>
                </c:pt>
                <c:pt idx="50">
                  <c:v>244</c:v>
                </c:pt>
                <c:pt idx="51">
                  <c:v>248.88</c:v>
                </c:pt>
                <c:pt idx="52">
                  <c:v>253.76</c:v>
                </c:pt>
                <c:pt idx="53">
                  <c:v>258.64</c:v>
                </c:pt>
                <c:pt idx="54">
                  <c:v>263.52</c:v>
                </c:pt>
                <c:pt idx="55">
                  <c:v>268.39999999999998</c:v>
                </c:pt>
                <c:pt idx="56">
                  <c:v>273.27999999999997</c:v>
                </c:pt>
                <c:pt idx="57">
                  <c:v>278.15999999999997</c:v>
                </c:pt>
                <c:pt idx="58">
                  <c:v>283.04000000000002</c:v>
                </c:pt>
                <c:pt idx="59">
                  <c:v>287.92</c:v>
                </c:pt>
                <c:pt idx="60">
                  <c:v>292.8</c:v>
                </c:pt>
                <c:pt idx="61">
                  <c:v>297.68</c:v>
                </c:pt>
                <c:pt idx="62">
                  <c:v>302.56</c:v>
                </c:pt>
                <c:pt idx="63">
                  <c:v>307.44</c:v>
                </c:pt>
                <c:pt idx="64">
                  <c:v>312.32</c:v>
                </c:pt>
                <c:pt idx="65">
                  <c:v>317.2</c:v>
                </c:pt>
                <c:pt idx="66">
                  <c:v>322.08</c:v>
                </c:pt>
                <c:pt idx="67">
                  <c:v>326.95999999999998</c:v>
                </c:pt>
                <c:pt idx="68">
                  <c:v>331.84</c:v>
                </c:pt>
                <c:pt idx="69">
                  <c:v>336.71999999999997</c:v>
                </c:pt>
                <c:pt idx="70">
                  <c:v>341.59999999999997</c:v>
                </c:pt>
                <c:pt idx="71">
                  <c:v>346.48</c:v>
                </c:pt>
                <c:pt idx="72">
                  <c:v>351.36</c:v>
                </c:pt>
                <c:pt idx="73">
                  <c:v>356.24</c:v>
                </c:pt>
                <c:pt idx="74">
                  <c:v>361.12</c:v>
                </c:pt>
                <c:pt idx="75">
                  <c:v>366</c:v>
                </c:pt>
                <c:pt idx="76">
                  <c:v>370.88</c:v>
                </c:pt>
                <c:pt idx="77">
                  <c:v>375.76</c:v>
                </c:pt>
                <c:pt idx="78">
                  <c:v>380.64</c:v>
                </c:pt>
                <c:pt idx="79">
                  <c:v>385.52</c:v>
                </c:pt>
                <c:pt idx="80">
                  <c:v>390.4</c:v>
                </c:pt>
                <c:pt idx="81">
                  <c:v>395.28</c:v>
                </c:pt>
                <c:pt idx="82">
                  <c:v>400.15999999999997</c:v>
                </c:pt>
                <c:pt idx="83">
                  <c:v>405.03999999999996</c:v>
                </c:pt>
                <c:pt idx="84">
                  <c:v>409.92</c:v>
                </c:pt>
                <c:pt idx="85">
                  <c:v>414.8</c:v>
                </c:pt>
                <c:pt idx="86">
                  <c:v>419.68</c:v>
                </c:pt>
                <c:pt idx="87">
                  <c:v>424.56</c:v>
                </c:pt>
                <c:pt idx="88">
                  <c:v>429.44</c:v>
                </c:pt>
                <c:pt idx="89">
                  <c:v>434.32</c:v>
                </c:pt>
                <c:pt idx="90">
                  <c:v>439.2</c:v>
                </c:pt>
                <c:pt idx="91">
                  <c:v>444.08</c:v>
                </c:pt>
                <c:pt idx="92">
                  <c:v>448.96</c:v>
                </c:pt>
                <c:pt idx="93">
                  <c:v>453.84</c:v>
                </c:pt>
                <c:pt idx="94">
                  <c:v>458.71999999999997</c:v>
                </c:pt>
                <c:pt idx="95">
                  <c:v>463.59999999999997</c:v>
                </c:pt>
                <c:pt idx="96">
                  <c:v>468.48</c:v>
                </c:pt>
                <c:pt idx="97">
                  <c:v>473.36</c:v>
                </c:pt>
                <c:pt idx="98">
                  <c:v>478.24</c:v>
                </c:pt>
                <c:pt idx="99">
                  <c:v>483.12</c:v>
                </c:pt>
                <c:pt idx="100">
                  <c:v>488</c:v>
                </c:pt>
                <c:pt idx="101">
                  <c:v>492.88</c:v>
                </c:pt>
                <c:pt idx="102">
                  <c:v>497.76</c:v>
                </c:pt>
                <c:pt idx="103">
                  <c:v>502.64</c:v>
                </c:pt>
                <c:pt idx="104">
                  <c:v>507.52</c:v>
                </c:pt>
                <c:pt idx="105">
                  <c:v>512.4</c:v>
                </c:pt>
                <c:pt idx="106">
                  <c:v>517.28</c:v>
                </c:pt>
                <c:pt idx="107">
                  <c:v>522.16</c:v>
                </c:pt>
                <c:pt idx="108">
                  <c:v>527.04</c:v>
                </c:pt>
                <c:pt idx="109">
                  <c:v>531.91999999999996</c:v>
                </c:pt>
                <c:pt idx="110">
                  <c:v>536.79999999999995</c:v>
                </c:pt>
                <c:pt idx="111">
                  <c:v>541.67999999999995</c:v>
                </c:pt>
                <c:pt idx="112">
                  <c:v>546.55999999999995</c:v>
                </c:pt>
                <c:pt idx="113">
                  <c:v>551.43999999999994</c:v>
                </c:pt>
                <c:pt idx="114">
                  <c:v>556.31999999999994</c:v>
                </c:pt>
                <c:pt idx="115">
                  <c:v>561.19999999999993</c:v>
                </c:pt>
                <c:pt idx="116">
                  <c:v>566.08000000000004</c:v>
                </c:pt>
                <c:pt idx="117">
                  <c:v>570.96</c:v>
                </c:pt>
                <c:pt idx="118">
                  <c:v>575.84</c:v>
                </c:pt>
                <c:pt idx="119">
                  <c:v>580.72</c:v>
                </c:pt>
                <c:pt idx="120">
                  <c:v>585.6</c:v>
                </c:pt>
                <c:pt idx="121">
                  <c:v>590.48</c:v>
                </c:pt>
                <c:pt idx="122">
                  <c:v>595.36</c:v>
                </c:pt>
                <c:pt idx="123">
                  <c:v>600.24</c:v>
                </c:pt>
                <c:pt idx="124">
                  <c:v>605.12</c:v>
                </c:pt>
                <c:pt idx="125">
                  <c:v>610</c:v>
                </c:pt>
                <c:pt idx="126">
                  <c:v>614.88</c:v>
                </c:pt>
                <c:pt idx="127">
                  <c:v>619.76</c:v>
                </c:pt>
                <c:pt idx="128">
                  <c:v>624.64</c:v>
                </c:pt>
                <c:pt idx="129">
                  <c:v>629.52</c:v>
                </c:pt>
                <c:pt idx="130">
                  <c:v>634.4</c:v>
                </c:pt>
                <c:pt idx="131">
                  <c:v>639.28</c:v>
                </c:pt>
                <c:pt idx="132">
                  <c:v>644.16</c:v>
                </c:pt>
                <c:pt idx="133">
                  <c:v>649.04</c:v>
                </c:pt>
                <c:pt idx="134">
                  <c:v>653.91999999999996</c:v>
                </c:pt>
                <c:pt idx="135">
                  <c:v>658.8</c:v>
                </c:pt>
                <c:pt idx="136">
                  <c:v>663.68</c:v>
                </c:pt>
                <c:pt idx="137">
                  <c:v>668.56</c:v>
                </c:pt>
                <c:pt idx="138">
                  <c:v>673.43999999999994</c:v>
                </c:pt>
                <c:pt idx="139">
                  <c:v>678.31999999999994</c:v>
                </c:pt>
                <c:pt idx="140">
                  <c:v>683.19999999999993</c:v>
                </c:pt>
                <c:pt idx="141">
                  <c:v>688.08</c:v>
                </c:pt>
                <c:pt idx="142">
                  <c:v>692.96</c:v>
                </c:pt>
                <c:pt idx="143">
                  <c:v>697.84</c:v>
                </c:pt>
                <c:pt idx="144">
                  <c:v>702.72</c:v>
                </c:pt>
                <c:pt idx="145">
                  <c:v>707.6</c:v>
                </c:pt>
                <c:pt idx="146">
                  <c:v>712.48</c:v>
                </c:pt>
                <c:pt idx="147">
                  <c:v>717.36</c:v>
                </c:pt>
                <c:pt idx="148">
                  <c:v>722.24</c:v>
                </c:pt>
                <c:pt idx="149">
                  <c:v>727.12</c:v>
                </c:pt>
                <c:pt idx="150">
                  <c:v>732</c:v>
                </c:pt>
                <c:pt idx="151">
                  <c:v>736.88</c:v>
                </c:pt>
                <c:pt idx="152">
                  <c:v>741.76</c:v>
                </c:pt>
                <c:pt idx="153">
                  <c:v>746.64</c:v>
                </c:pt>
                <c:pt idx="154">
                  <c:v>751.52</c:v>
                </c:pt>
                <c:pt idx="155">
                  <c:v>756.4</c:v>
                </c:pt>
                <c:pt idx="156">
                  <c:v>761.28</c:v>
                </c:pt>
                <c:pt idx="157">
                  <c:v>766.16</c:v>
                </c:pt>
                <c:pt idx="158">
                  <c:v>771.04</c:v>
                </c:pt>
                <c:pt idx="159">
                  <c:v>775.92</c:v>
                </c:pt>
                <c:pt idx="160">
                  <c:v>780.8</c:v>
                </c:pt>
                <c:pt idx="161">
                  <c:v>785.68</c:v>
                </c:pt>
                <c:pt idx="162">
                  <c:v>790.56</c:v>
                </c:pt>
                <c:pt idx="163">
                  <c:v>795.43999999999994</c:v>
                </c:pt>
                <c:pt idx="164">
                  <c:v>800.31999999999994</c:v>
                </c:pt>
                <c:pt idx="165">
                  <c:v>805.19999999999993</c:v>
                </c:pt>
                <c:pt idx="166">
                  <c:v>810.07999999999993</c:v>
                </c:pt>
                <c:pt idx="167">
                  <c:v>814.96</c:v>
                </c:pt>
                <c:pt idx="168">
                  <c:v>819.84</c:v>
                </c:pt>
                <c:pt idx="169">
                  <c:v>824.72</c:v>
                </c:pt>
                <c:pt idx="170">
                  <c:v>829.6</c:v>
                </c:pt>
                <c:pt idx="171">
                  <c:v>834.48</c:v>
                </c:pt>
                <c:pt idx="172">
                  <c:v>839.36</c:v>
                </c:pt>
                <c:pt idx="173">
                  <c:v>844.24</c:v>
                </c:pt>
                <c:pt idx="174">
                  <c:v>849.12</c:v>
                </c:pt>
                <c:pt idx="175">
                  <c:v>854</c:v>
                </c:pt>
                <c:pt idx="176">
                  <c:v>858.88</c:v>
                </c:pt>
                <c:pt idx="177">
                  <c:v>863.76</c:v>
                </c:pt>
                <c:pt idx="178">
                  <c:v>868.64</c:v>
                </c:pt>
                <c:pt idx="179">
                  <c:v>873.52</c:v>
                </c:pt>
                <c:pt idx="180">
                  <c:v>878.4</c:v>
                </c:pt>
                <c:pt idx="181">
                  <c:v>883.28</c:v>
                </c:pt>
                <c:pt idx="182">
                  <c:v>888.16</c:v>
                </c:pt>
                <c:pt idx="183">
                  <c:v>893.04</c:v>
                </c:pt>
                <c:pt idx="184">
                  <c:v>897.92</c:v>
                </c:pt>
                <c:pt idx="185">
                  <c:v>902.8</c:v>
                </c:pt>
                <c:pt idx="186">
                  <c:v>907.68</c:v>
                </c:pt>
                <c:pt idx="187">
                  <c:v>912.56</c:v>
                </c:pt>
                <c:pt idx="188">
                  <c:v>917.43999999999994</c:v>
                </c:pt>
                <c:pt idx="189">
                  <c:v>922.31999999999994</c:v>
                </c:pt>
                <c:pt idx="190">
                  <c:v>927.19999999999993</c:v>
                </c:pt>
                <c:pt idx="191">
                  <c:v>932.07999999999993</c:v>
                </c:pt>
                <c:pt idx="192">
                  <c:v>936.96</c:v>
                </c:pt>
                <c:pt idx="193">
                  <c:v>941.84</c:v>
                </c:pt>
                <c:pt idx="194">
                  <c:v>946.72</c:v>
                </c:pt>
                <c:pt idx="195">
                  <c:v>951.6</c:v>
                </c:pt>
                <c:pt idx="196">
                  <c:v>956.48</c:v>
                </c:pt>
                <c:pt idx="197">
                  <c:v>961.36</c:v>
                </c:pt>
                <c:pt idx="198">
                  <c:v>966.24</c:v>
                </c:pt>
                <c:pt idx="199">
                  <c:v>971.12</c:v>
                </c:pt>
                <c:pt idx="200">
                  <c:v>976</c:v>
                </c:pt>
                <c:pt idx="201">
                  <c:v>980.88</c:v>
                </c:pt>
                <c:pt idx="202">
                  <c:v>985.76</c:v>
                </c:pt>
                <c:pt idx="203">
                  <c:v>990.64</c:v>
                </c:pt>
                <c:pt idx="204">
                  <c:v>995.52</c:v>
                </c:pt>
                <c:pt idx="205">
                  <c:v>1000.4</c:v>
                </c:pt>
                <c:pt idx="206">
                  <c:v>1005.28</c:v>
                </c:pt>
                <c:pt idx="207">
                  <c:v>1010.16</c:v>
                </c:pt>
                <c:pt idx="208">
                  <c:v>1015.04</c:v>
                </c:pt>
                <c:pt idx="209">
                  <c:v>1019.92</c:v>
                </c:pt>
                <c:pt idx="210">
                  <c:v>1024.8</c:v>
                </c:pt>
                <c:pt idx="211">
                  <c:v>1029.68</c:v>
                </c:pt>
                <c:pt idx="212">
                  <c:v>1034.56</c:v>
                </c:pt>
                <c:pt idx="213">
                  <c:v>1039.44</c:v>
                </c:pt>
                <c:pt idx="214">
                  <c:v>1044.32</c:v>
                </c:pt>
                <c:pt idx="215">
                  <c:v>1049.2</c:v>
                </c:pt>
                <c:pt idx="216">
                  <c:v>1054.08</c:v>
                </c:pt>
                <c:pt idx="217">
                  <c:v>1058.96</c:v>
                </c:pt>
                <c:pt idx="218">
                  <c:v>1063.8399999999999</c:v>
                </c:pt>
                <c:pt idx="219">
                  <c:v>1068.72</c:v>
                </c:pt>
                <c:pt idx="220">
                  <c:v>1073.5999999999999</c:v>
                </c:pt>
                <c:pt idx="221">
                  <c:v>1078.48</c:v>
                </c:pt>
                <c:pt idx="222">
                  <c:v>1083.3599999999999</c:v>
                </c:pt>
                <c:pt idx="223">
                  <c:v>1088.24</c:v>
                </c:pt>
                <c:pt idx="224">
                  <c:v>1093.1199999999999</c:v>
                </c:pt>
                <c:pt idx="225">
                  <c:v>1098</c:v>
                </c:pt>
                <c:pt idx="226">
                  <c:v>1102.8799999999999</c:v>
                </c:pt>
                <c:pt idx="227">
                  <c:v>1107.76</c:v>
                </c:pt>
                <c:pt idx="228">
                  <c:v>1112.6399999999999</c:v>
                </c:pt>
                <c:pt idx="229">
                  <c:v>1117.52</c:v>
                </c:pt>
                <c:pt idx="230">
                  <c:v>1122.3999999999999</c:v>
                </c:pt>
                <c:pt idx="231">
                  <c:v>1127.28</c:v>
                </c:pt>
                <c:pt idx="232">
                  <c:v>1132.1600000000001</c:v>
                </c:pt>
                <c:pt idx="233">
                  <c:v>1137.04</c:v>
                </c:pt>
                <c:pt idx="234">
                  <c:v>1141.92</c:v>
                </c:pt>
                <c:pt idx="235">
                  <c:v>1146.8</c:v>
                </c:pt>
                <c:pt idx="236">
                  <c:v>1151.68</c:v>
                </c:pt>
                <c:pt idx="237">
                  <c:v>1156.56</c:v>
                </c:pt>
                <c:pt idx="238">
                  <c:v>1161.44</c:v>
                </c:pt>
                <c:pt idx="239">
                  <c:v>1166.32</c:v>
                </c:pt>
                <c:pt idx="240">
                  <c:v>1171.2</c:v>
                </c:pt>
                <c:pt idx="241">
                  <c:v>1176.08</c:v>
                </c:pt>
                <c:pt idx="242">
                  <c:v>1180.96</c:v>
                </c:pt>
                <c:pt idx="243">
                  <c:v>1185.8399999999999</c:v>
                </c:pt>
                <c:pt idx="244">
                  <c:v>1190.72</c:v>
                </c:pt>
                <c:pt idx="245">
                  <c:v>1195.5999999999999</c:v>
                </c:pt>
                <c:pt idx="246">
                  <c:v>1200.48</c:v>
                </c:pt>
                <c:pt idx="247">
                  <c:v>1205.3599999999999</c:v>
                </c:pt>
                <c:pt idx="248">
                  <c:v>1210.24</c:v>
                </c:pt>
                <c:pt idx="249">
                  <c:v>1215.1199999999999</c:v>
                </c:pt>
                <c:pt idx="250">
                  <c:v>1220</c:v>
                </c:pt>
                <c:pt idx="251">
                  <c:v>1224.8799999999999</c:v>
                </c:pt>
                <c:pt idx="252">
                  <c:v>1229.76</c:v>
                </c:pt>
                <c:pt idx="253">
                  <c:v>1234.6399999999999</c:v>
                </c:pt>
                <c:pt idx="254">
                  <c:v>1239.52</c:v>
                </c:pt>
                <c:pt idx="255">
                  <c:v>1244.3999999999999</c:v>
                </c:pt>
                <c:pt idx="256">
                  <c:v>1249.28</c:v>
                </c:pt>
                <c:pt idx="257">
                  <c:v>1254.1600000000001</c:v>
                </c:pt>
                <c:pt idx="258">
                  <c:v>1259.04</c:v>
                </c:pt>
                <c:pt idx="259">
                  <c:v>1263.92</c:v>
                </c:pt>
                <c:pt idx="260">
                  <c:v>1268.8</c:v>
                </c:pt>
                <c:pt idx="261">
                  <c:v>1273.68</c:v>
                </c:pt>
                <c:pt idx="262">
                  <c:v>1278.56</c:v>
                </c:pt>
                <c:pt idx="263">
                  <c:v>1283.44</c:v>
                </c:pt>
                <c:pt idx="264">
                  <c:v>1288.32</c:v>
                </c:pt>
                <c:pt idx="265">
                  <c:v>1293.2</c:v>
                </c:pt>
                <c:pt idx="266">
                  <c:v>1298.08</c:v>
                </c:pt>
                <c:pt idx="267">
                  <c:v>1302.96</c:v>
                </c:pt>
                <c:pt idx="268">
                  <c:v>1307.8399999999999</c:v>
                </c:pt>
                <c:pt idx="269">
                  <c:v>1312.72</c:v>
                </c:pt>
                <c:pt idx="270">
                  <c:v>1317.6</c:v>
                </c:pt>
                <c:pt idx="271">
                  <c:v>1322.48</c:v>
                </c:pt>
                <c:pt idx="272">
                  <c:v>1327.36</c:v>
                </c:pt>
                <c:pt idx="273">
                  <c:v>1332.24</c:v>
                </c:pt>
                <c:pt idx="274">
                  <c:v>1337.12</c:v>
                </c:pt>
                <c:pt idx="275">
                  <c:v>1342</c:v>
                </c:pt>
                <c:pt idx="276">
                  <c:v>1346.8799999999999</c:v>
                </c:pt>
                <c:pt idx="277">
                  <c:v>1351.76</c:v>
                </c:pt>
                <c:pt idx="278">
                  <c:v>1356.6399999999999</c:v>
                </c:pt>
                <c:pt idx="279">
                  <c:v>1361.52</c:v>
                </c:pt>
                <c:pt idx="280">
                  <c:v>1366.3999999999999</c:v>
                </c:pt>
                <c:pt idx="281">
                  <c:v>1371.28</c:v>
                </c:pt>
                <c:pt idx="282">
                  <c:v>1376.16</c:v>
                </c:pt>
                <c:pt idx="283">
                  <c:v>1381.04</c:v>
                </c:pt>
                <c:pt idx="284">
                  <c:v>1385.92</c:v>
                </c:pt>
                <c:pt idx="285">
                  <c:v>1390.8</c:v>
                </c:pt>
                <c:pt idx="286">
                  <c:v>1395.68</c:v>
                </c:pt>
                <c:pt idx="287">
                  <c:v>1400.56</c:v>
                </c:pt>
                <c:pt idx="288">
                  <c:v>1405.44</c:v>
                </c:pt>
                <c:pt idx="289">
                  <c:v>1410.32</c:v>
                </c:pt>
                <c:pt idx="290">
                  <c:v>1415.2</c:v>
                </c:pt>
                <c:pt idx="291">
                  <c:v>1420.08</c:v>
                </c:pt>
                <c:pt idx="292">
                  <c:v>1424.96</c:v>
                </c:pt>
                <c:pt idx="293">
                  <c:v>1429.84</c:v>
                </c:pt>
                <c:pt idx="294">
                  <c:v>1434.72</c:v>
                </c:pt>
                <c:pt idx="295">
                  <c:v>1439.6</c:v>
                </c:pt>
                <c:pt idx="296">
                  <c:v>1444.48</c:v>
                </c:pt>
                <c:pt idx="297">
                  <c:v>1449.36</c:v>
                </c:pt>
                <c:pt idx="298">
                  <c:v>1454.24</c:v>
                </c:pt>
                <c:pt idx="299">
                  <c:v>1459.12</c:v>
                </c:pt>
                <c:pt idx="300">
                  <c:v>1464</c:v>
                </c:pt>
                <c:pt idx="301">
                  <c:v>1468.8799999999999</c:v>
                </c:pt>
                <c:pt idx="302">
                  <c:v>1473.76</c:v>
                </c:pt>
                <c:pt idx="303">
                  <c:v>1478.6399999999999</c:v>
                </c:pt>
                <c:pt idx="304">
                  <c:v>1483.52</c:v>
                </c:pt>
                <c:pt idx="305">
                  <c:v>1488.3999999999999</c:v>
                </c:pt>
                <c:pt idx="306">
                  <c:v>1493.28</c:v>
                </c:pt>
                <c:pt idx="307">
                  <c:v>1498.1599999999999</c:v>
                </c:pt>
                <c:pt idx="308">
                  <c:v>1503.04</c:v>
                </c:pt>
                <c:pt idx="309">
                  <c:v>1507.92</c:v>
                </c:pt>
                <c:pt idx="310">
                  <c:v>1512.8</c:v>
                </c:pt>
                <c:pt idx="311">
                  <c:v>1517.68</c:v>
                </c:pt>
                <c:pt idx="312">
                  <c:v>1522.56</c:v>
                </c:pt>
                <c:pt idx="313">
                  <c:v>1527.44</c:v>
                </c:pt>
                <c:pt idx="314">
                  <c:v>1532.32</c:v>
                </c:pt>
                <c:pt idx="315">
                  <c:v>1537.2</c:v>
                </c:pt>
                <c:pt idx="316">
                  <c:v>1542.08</c:v>
                </c:pt>
                <c:pt idx="317">
                  <c:v>1546.96</c:v>
                </c:pt>
                <c:pt idx="318">
                  <c:v>1551.84</c:v>
                </c:pt>
                <c:pt idx="319">
                  <c:v>1556.72</c:v>
                </c:pt>
                <c:pt idx="320">
                  <c:v>1561.6</c:v>
                </c:pt>
                <c:pt idx="321">
                  <c:v>1566.48</c:v>
                </c:pt>
                <c:pt idx="322">
                  <c:v>1571.36</c:v>
                </c:pt>
                <c:pt idx="323">
                  <c:v>1576.24</c:v>
                </c:pt>
                <c:pt idx="324">
                  <c:v>1581.12</c:v>
                </c:pt>
                <c:pt idx="325">
                  <c:v>1586</c:v>
                </c:pt>
                <c:pt idx="326">
                  <c:v>1590.8799999999999</c:v>
                </c:pt>
                <c:pt idx="327">
                  <c:v>1595.76</c:v>
                </c:pt>
                <c:pt idx="328">
                  <c:v>1600.6399999999999</c:v>
                </c:pt>
                <c:pt idx="329">
                  <c:v>1605.52</c:v>
                </c:pt>
                <c:pt idx="330">
                  <c:v>1610.3999999999999</c:v>
                </c:pt>
                <c:pt idx="331">
                  <c:v>1615.28</c:v>
                </c:pt>
                <c:pt idx="332">
                  <c:v>1620.1599999999999</c:v>
                </c:pt>
                <c:pt idx="333">
                  <c:v>1625.04</c:v>
                </c:pt>
                <c:pt idx="334">
                  <c:v>1629.92</c:v>
                </c:pt>
                <c:pt idx="335">
                  <c:v>1634.8</c:v>
                </c:pt>
                <c:pt idx="336">
                  <c:v>1639.68</c:v>
                </c:pt>
                <c:pt idx="337">
                  <c:v>1644.56</c:v>
                </c:pt>
                <c:pt idx="338">
                  <c:v>1649.44</c:v>
                </c:pt>
                <c:pt idx="339">
                  <c:v>1654.32</c:v>
                </c:pt>
                <c:pt idx="340">
                  <c:v>1659.2</c:v>
                </c:pt>
                <c:pt idx="341">
                  <c:v>1664.08</c:v>
                </c:pt>
                <c:pt idx="342">
                  <c:v>1668.96</c:v>
                </c:pt>
                <c:pt idx="343">
                  <c:v>1673.84</c:v>
                </c:pt>
                <c:pt idx="344">
                  <c:v>1678.72</c:v>
                </c:pt>
                <c:pt idx="345">
                  <c:v>1683.6</c:v>
                </c:pt>
                <c:pt idx="346">
                  <c:v>1688.48</c:v>
                </c:pt>
                <c:pt idx="347">
                  <c:v>1693.36</c:v>
                </c:pt>
                <c:pt idx="348">
                  <c:v>1698.24</c:v>
                </c:pt>
                <c:pt idx="349">
                  <c:v>1703.12</c:v>
                </c:pt>
                <c:pt idx="350">
                  <c:v>1708</c:v>
                </c:pt>
                <c:pt idx="351">
                  <c:v>1712.8799999999999</c:v>
                </c:pt>
                <c:pt idx="352">
                  <c:v>1717.76</c:v>
                </c:pt>
                <c:pt idx="353">
                  <c:v>1722.6399999999999</c:v>
                </c:pt>
                <c:pt idx="354">
                  <c:v>1727.52</c:v>
                </c:pt>
                <c:pt idx="355">
                  <c:v>1732.3999999999999</c:v>
                </c:pt>
                <c:pt idx="356">
                  <c:v>1737.28</c:v>
                </c:pt>
                <c:pt idx="357">
                  <c:v>1742.1599999999999</c:v>
                </c:pt>
                <c:pt idx="358">
                  <c:v>1747.04</c:v>
                </c:pt>
                <c:pt idx="359">
                  <c:v>1751.92</c:v>
                </c:pt>
                <c:pt idx="360">
                  <c:v>1756.8</c:v>
                </c:pt>
                <c:pt idx="361">
                  <c:v>1761.68</c:v>
                </c:pt>
                <c:pt idx="362">
                  <c:v>1766.56</c:v>
                </c:pt>
                <c:pt idx="363">
                  <c:v>1771.44</c:v>
                </c:pt>
                <c:pt idx="364">
                  <c:v>1776.32</c:v>
                </c:pt>
                <c:pt idx="365">
                  <c:v>1781.2</c:v>
                </c:pt>
                <c:pt idx="366">
                  <c:v>1786.08</c:v>
                </c:pt>
                <c:pt idx="367">
                  <c:v>1790.96</c:v>
                </c:pt>
                <c:pt idx="368">
                  <c:v>1795.84</c:v>
                </c:pt>
                <c:pt idx="369">
                  <c:v>1800.72</c:v>
                </c:pt>
                <c:pt idx="370">
                  <c:v>1805.6</c:v>
                </c:pt>
                <c:pt idx="371">
                  <c:v>1810.48</c:v>
                </c:pt>
                <c:pt idx="372">
                  <c:v>1815.36</c:v>
                </c:pt>
                <c:pt idx="373">
                  <c:v>1820.24</c:v>
                </c:pt>
                <c:pt idx="374">
                  <c:v>1825.12</c:v>
                </c:pt>
                <c:pt idx="375">
                  <c:v>1830</c:v>
                </c:pt>
                <c:pt idx="376">
                  <c:v>1834.8799999999999</c:v>
                </c:pt>
                <c:pt idx="377">
                  <c:v>1839.76</c:v>
                </c:pt>
                <c:pt idx="378">
                  <c:v>1844.6399999999999</c:v>
                </c:pt>
                <c:pt idx="379">
                  <c:v>1849.52</c:v>
                </c:pt>
                <c:pt idx="380">
                  <c:v>1854.3999999999999</c:v>
                </c:pt>
                <c:pt idx="381">
                  <c:v>1859.28</c:v>
                </c:pt>
                <c:pt idx="382">
                  <c:v>1864.1599999999999</c:v>
                </c:pt>
                <c:pt idx="383">
                  <c:v>1869.04</c:v>
                </c:pt>
                <c:pt idx="384">
                  <c:v>1873.92</c:v>
                </c:pt>
                <c:pt idx="385">
                  <c:v>1878.8</c:v>
                </c:pt>
                <c:pt idx="386">
                  <c:v>1883.68</c:v>
                </c:pt>
                <c:pt idx="387">
                  <c:v>1888.56</c:v>
                </c:pt>
                <c:pt idx="388">
                  <c:v>1893.44</c:v>
                </c:pt>
                <c:pt idx="389">
                  <c:v>1898.32</c:v>
                </c:pt>
                <c:pt idx="390">
                  <c:v>1903.2</c:v>
                </c:pt>
                <c:pt idx="391">
                  <c:v>1908.08</c:v>
                </c:pt>
                <c:pt idx="392">
                  <c:v>1912.96</c:v>
                </c:pt>
                <c:pt idx="393">
                  <c:v>1917.84</c:v>
                </c:pt>
                <c:pt idx="394">
                  <c:v>1922.72</c:v>
                </c:pt>
                <c:pt idx="395">
                  <c:v>1927.6</c:v>
                </c:pt>
                <c:pt idx="396">
                  <c:v>1932.48</c:v>
                </c:pt>
                <c:pt idx="397">
                  <c:v>1937.36</c:v>
                </c:pt>
                <c:pt idx="398">
                  <c:v>1942.24</c:v>
                </c:pt>
                <c:pt idx="399">
                  <c:v>1947.12</c:v>
                </c:pt>
                <c:pt idx="400">
                  <c:v>1952</c:v>
                </c:pt>
                <c:pt idx="401">
                  <c:v>1956.8799999999999</c:v>
                </c:pt>
                <c:pt idx="402">
                  <c:v>1961.76</c:v>
                </c:pt>
                <c:pt idx="403">
                  <c:v>1966.6399999999999</c:v>
                </c:pt>
                <c:pt idx="404">
                  <c:v>1971.52</c:v>
                </c:pt>
                <c:pt idx="405">
                  <c:v>1976.3999999999999</c:v>
                </c:pt>
                <c:pt idx="406">
                  <c:v>1981.28</c:v>
                </c:pt>
                <c:pt idx="407">
                  <c:v>1986.1599999999999</c:v>
                </c:pt>
                <c:pt idx="408">
                  <c:v>1991.04</c:v>
                </c:pt>
                <c:pt idx="409">
                  <c:v>1995.9199999999998</c:v>
                </c:pt>
                <c:pt idx="410">
                  <c:v>2000.8</c:v>
                </c:pt>
                <c:pt idx="411">
                  <c:v>2005.68</c:v>
                </c:pt>
                <c:pt idx="412">
                  <c:v>2010.56</c:v>
                </c:pt>
                <c:pt idx="413">
                  <c:v>2015.44</c:v>
                </c:pt>
                <c:pt idx="414">
                  <c:v>2020.32</c:v>
                </c:pt>
                <c:pt idx="415">
                  <c:v>2025.2</c:v>
                </c:pt>
                <c:pt idx="416">
                  <c:v>2030.08</c:v>
                </c:pt>
                <c:pt idx="417">
                  <c:v>2034.96</c:v>
                </c:pt>
                <c:pt idx="418">
                  <c:v>2039.84</c:v>
                </c:pt>
                <c:pt idx="419">
                  <c:v>2044.72</c:v>
                </c:pt>
                <c:pt idx="420">
                  <c:v>2049.6</c:v>
                </c:pt>
                <c:pt idx="421">
                  <c:v>2054.48</c:v>
                </c:pt>
                <c:pt idx="422">
                  <c:v>2059.36</c:v>
                </c:pt>
                <c:pt idx="423">
                  <c:v>2064.2399999999998</c:v>
                </c:pt>
                <c:pt idx="424">
                  <c:v>2069.12</c:v>
                </c:pt>
                <c:pt idx="425">
                  <c:v>2074</c:v>
                </c:pt>
                <c:pt idx="426">
                  <c:v>2078.88</c:v>
                </c:pt>
                <c:pt idx="427">
                  <c:v>2083.7599999999998</c:v>
                </c:pt>
                <c:pt idx="428">
                  <c:v>2088.64</c:v>
                </c:pt>
                <c:pt idx="429">
                  <c:v>2093.52</c:v>
                </c:pt>
                <c:pt idx="430">
                  <c:v>2098.4</c:v>
                </c:pt>
                <c:pt idx="431">
                  <c:v>2103.2799999999997</c:v>
                </c:pt>
                <c:pt idx="432">
                  <c:v>2108.16</c:v>
                </c:pt>
                <c:pt idx="433">
                  <c:v>2113.04</c:v>
                </c:pt>
                <c:pt idx="434">
                  <c:v>2117.92</c:v>
                </c:pt>
                <c:pt idx="435">
                  <c:v>2122.7999999999997</c:v>
                </c:pt>
                <c:pt idx="436">
                  <c:v>2127.6799999999998</c:v>
                </c:pt>
                <c:pt idx="437">
                  <c:v>2132.56</c:v>
                </c:pt>
                <c:pt idx="438">
                  <c:v>2137.44</c:v>
                </c:pt>
                <c:pt idx="439">
                  <c:v>2142.3200000000002</c:v>
                </c:pt>
                <c:pt idx="440">
                  <c:v>2147.1999999999998</c:v>
                </c:pt>
                <c:pt idx="441">
                  <c:v>2152.08</c:v>
                </c:pt>
                <c:pt idx="442">
                  <c:v>2156.96</c:v>
                </c:pt>
                <c:pt idx="443">
                  <c:v>2161.84</c:v>
                </c:pt>
                <c:pt idx="444">
                  <c:v>2166.7199999999998</c:v>
                </c:pt>
                <c:pt idx="445">
                  <c:v>2171.6</c:v>
                </c:pt>
                <c:pt idx="446">
                  <c:v>2176.48</c:v>
                </c:pt>
                <c:pt idx="447">
                  <c:v>2181.36</c:v>
                </c:pt>
                <c:pt idx="448">
                  <c:v>2186.2399999999998</c:v>
                </c:pt>
                <c:pt idx="449">
                  <c:v>2191.12</c:v>
                </c:pt>
                <c:pt idx="450">
                  <c:v>2196</c:v>
                </c:pt>
                <c:pt idx="451">
                  <c:v>2200.88</c:v>
                </c:pt>
                <c:pt idx="452">
                  <c:v>2205.7599999999998</c:v>
                </c:pt>
                <c:pt idx="453">
                  <c:v>2210.64</c:v>
                </c:pt>
                <c:pt idx="454">
                  <c:v>2215.52</c:v>
                </c:pt>
                <c:pt idx="455">
                  <c:v>2220.4</c:v>
                </c:pt>
                <c:pt idx="456">
                  <c:v>2225.2799999999997</c:v>
                </c:pt>
                <c:pt idx="457">
                  <c:v>2230.16</c:v>
                </c:pt>
                <c:pt idx="458">
                  <c:v>2235.04</c:v>
                </c:pt>
                <c:pt idx="459">
                  <c:v>2239.92</c:v>
                </c:pt>
                <c:pt idx="460">
                  <c:v>2244.7999999999997</c:v>
                </c:pt>
                <c:pt idx="461">
                  <c:v>2249.6799999999998</c:v>
                </c:pt>
                <c:pt idx="462">
                  <c:v>2254.56</c:v>
                </c:pt>
                <c:pt idx="463">
                  <c:v>2259.44</c:v>
                </c:pt>
                <c:pt idx="464">
                  <c:v>2264.3200000000002</c:v>
                </c:pt>
                <c:pt idx="465">
                  <c:v>2269.1999999999998</c:v>
                </c:pt>
                <c:pt idx="466">
                  <c:v>2274.08</c:v>
                </c:pt>
                <c:pt idx="467">
                  <c:v>2278.96</c:v>
                </c:pt>
                <c:pt idx="468">
                  <c:v>2283.84</c:v>
                </c:pt>
                <c:pt idx="469">
                  <c:v>2288.7199999999998</c:v>
                </c:pt>
                <c:pt idx="470">
                  <c:v>2293.6</c:v>
                </c:pt>
                <c:pt idx="471">
                  <c:v>2298.48</c:v>
                </c:pt>
                <c:pt idx="472">
                  <c:v>2303.36</c:v>
                </c:pt>
                <c:pt idx="473">
                  <c:v>2308.2399999999998</c:v>
                </c:pt>
                <c:pt idx="474">
                  <c:v>2313.12</c:v>
                </c:pt>
                <c:pt idx="475">
                  <c:v>2318</c:v>
                </c:pt>
                <c:pt idx="476">
                  <c:v>2322.88</c:v>
                </c:pt>
                <c:pt idx="477">
                  <c:v>2327.7599999999998</c:v>
                </c:pt>
                <c:pt idx="478">
                  <c:v>2332.64</c:v>
                </c:pt>
                <c:pt idx="479">
                  <c:v>2337.52</c:v>
                </c:pt>
                <c:pt idx="480">
                  <c:v>2342.4</c:v>
                </c:pt>
                <c:pt idx="481">
                  <c:v>2347.2799999999997</c:v>
                </c:pt>
                <c:pt idx="482">
                  <c:v>2352.16</c:v>
                </c:pt>
                <c:pt idx="483">
                  <c:v>2357.04</c:v>
                </c:pt>
                <c:pt idx="484">
                  <c:v>2361.92</c:v>
                </c:pt>
                <c:pt idx="485">
                  <c:v>2366.7999999999997</c:v>
                </c:pt>
                <c:pt idx="486">
                  <c:v>2371.6799999999998</c:v>
                </c:pt>
                <c:pt idx="487">
                  <c:v>2376.56</c:v>
                </c:pt>
                <c:pt idx="488">
                  <c:v>2381.44</c:v>
                </c:pt>
                <c:pt idx="489">
                  <c:v>2386.3200000000002</c:v>
                </c:pt>
                <c:pt idx="490">
                  <c:v>2391.1999999999998</c:v>
                </c:pt>
                <c:pt idx="491">
                  <c:v>2396.08</c:v>
                </c:pt>
                <c:pt idx="492">
                  <c:v>2400.96</c:v>
                </c:pt>
                <c:pt idx="493">
                  <c:v>2405.84</c:v>
                </c:pt>
                <c:pt idx="494">
                  <c:v>2410.7199999999998</c:v>
                </c:pt>
                <c:pt idx="495">
                  <c:v>2415.6</c:v>
                </c:pt>
                <c:pt idx="496">
                  <c:v>2420.48</c:v>
                </c:pt>
                <c:pt idx="497">
                  <c:v>2425.36</c:v>
                </c:pt>
                <c:pt idx="498">
                  <c:v>2430.2399999999998</c:v>
                </c:pt>
                <c:pt idx="499">
                  <c:v>2435.12</c:v>
                </c:pt>
                <c:pt idx="500">
                  <c:v>2440</c:v>
                </c:pt>
                <c:pt idx="501">
                  <c:v>2444.88</c:v>
                </c:pt>
                <c:pt idx="502">
                  <c:v>2449.7599999999998</c:v>
                </c:pt>
                <c:pt idx="503">
                  <c:v>2454.64</c:v>
                </c:pt>
                <c:pt idx="504">
                  <c:v>2459.52</c:v>
                </c:pt>
                <c:pt idx="505">
                  <c:v>2464.4</c:v>
                </c:pt>
                <c:pt idx="506">
                  <c:v>2469.2799999999997</c:v>
                </c:pt>
                <c:pt idx="507">
                  <c:v>2474.16</c:v>
                </c:pt>
                <c:pt idx="508">
                  <c:v>2479.04</c:v>
                </c:pt>
                <c:pt idx="509">
                  <c:v>2483.92</c:v>
                </c:pt>
                <c:pt idx="510">
                  <c:v>2488.7999999999997</c:v>
                </c:pt>
                <c:pt idx="511">
                  <c:v>2493.6799999999998</c:v>
                </c:pt>
                <c:pt idx="512">
                  <c:v>2498.56</c:v>
                </c:pt>
                <c:pt idx="513">
                  <c:v>2503.44</c:v>
                </c:pt>
                <c:pt idx="514">
                  <c:v>2508.3200000000002</c:v>
                </c:pt>
                <c:pt idx="515">
                  <c:v>2513.1999999999998</c:v>
                </c:pt>
                <c:pt idx="516">
                  <c:v>2518.08</c:v>
                </c:pt>
                <c:pt idx="517">
                  <c:v>2522.96</c:v>
                </c:pt>
                <c:pt idx="518">
                  <c:v>2527.84</c:v>
                </c:pt>
                <c:pt idx="519">
                  <c:v>2532.7199999999998</c:v>
                </c:pt>
                <c:pt idx="520">
                  <c:v>2537.6</c:v>
                </c:pt>
                <c:pt idx="521">
                  <c:v>2542.48</c:v>
                </c:pt>
                <c:pt idx="522">
                  <c:v>2547.36</c:v>
                </c:pt>
                <c:pt idx="523">
                  <c:v>2552.2399999999998</c:v>
                </c:pt>
                <c:pt idx="524">
                  <c:v>2557.12</c:v>
                </c:pt>
                <c:pt idx="525">
                  <c:v>2562</c:v>
                </c:pt>
                <c:pt idx="526">
                  <c:v>2566.88</c:v>
                </c:pt>
                <c:pt idx="527">
                  <c:v>2571.7599999999998</c:v>
                </c:pt>
                <c:pt idx="528">
                  <c:v>2576.64</c:v>
                </c:pt>
                <c:pt idx="529">
                  <c:v>2581.52</c:v>
                </c:pt>
                <c:pt idx="530">
                  <c:v>2586.4</c:v>
                </c:pt>
                <c:pt idx="531">
                  <c:v>2591.2799999999997</c:v>
                </c:pt>
                <c:pt idx="532">
                  <c:v>2596.16</c:v>
                </c:pt>
                <c:pt idx="533">
                  <c:v>2601.04</c:v>
                </c:pt>
                <c:pt idx="534">
                  <c:v>2605.92</c:v>
                </c:pt>
                <c:pt idx="535">
                  <c:v>2610.7999999999997</c:v>
                </c:pt>
                <c:pt idx="536">
                  <c:v>2615.6799999999998</c:v>
                </c:pt>
                <c:pt idx="537">
                  <c:v>2620.56</c:v>
                </c:pt>
                <c:pt idx="538">
                  <c:v>2625.44</c:v>
                </c:pt>
                <c:pt idx="539">
                  <c:v>2630.32</c:v>
                </c:pt>
                <c:pt idx="540">
                  <c:v>2635.2</c:v>
                </c:pt>
                <c:pt idx="541">
                  <c:v>2640.08</c:v>
                </c:pt>
                <c:pt idx="542">
                  <c:v>2644.96</c:v>
                </c:pt>
                <c:pt idx="543">
                  <c:v>2649.84</c:v>
                </c:pt>
                <c:pt idx="544">
                  <c:v>2654.72</c:v>
                </c:pt>
                <c:pt idx="545">
                  <c:v>2659.6</c:v>
                </c:pt>
                <c:pt idx="546">
                  <c:v>2664.48</c:v>
                </c:pt>
                <c:pt idx="547">
                  <c:v>2669.36</c:v>
                </c:pt>
                <c:pt idx="548">
                  <c:v>2674.24</c:v>
                </c:pt>
                <c:pt idx="549">
                  <c:v>2679.12</c:v>
                </c:pt>
                <c:pt idx="550">
                  <c:v>2684</c:v>
                </c:pt>
                <c:pt idx="551">
                  <c:v>2688.88</c:v>
                </c:pt>
                <c:pt idx="552">
                  <c:v>2693.7599999999998</c:v>
                </c:pt>
                <c:pt idx="553">
                  <c:v>2698.64</c:v>
                </c:pt>
                <c:pt idx="554">
                  <c:v>2703.52</c:v>
                </c:pt>
                <c:pt idx="555">
                  <c:v>2708.4</c:v>
                </c:pt>
                <c:pt idx="556">
                  <c:v>2713.2799999999997</c:v>
                </c:pt>
                <c:pt idx="557">
                  <c:v>2718.16</c:v>
                </c:pt>
                <c:pt idx="558">
                  <c:v>2723.04</c:v>
                </c:pt>
                <c:pt idx="559">
                  <c:v>2727.92</c:v>
                </c:pt>
                <c:pt idx="560">
                  <c:v>2732.7999999999997</c:v>
                </c:pt>
                <c:pt idx="561">
                  <c:v>2737.68</c:v>
                </c:pt>
                <c:pt idx="562">
                  <c:v>2742.56</c:v>
                </c:pt>
                <c:pt idx="563">
                  <c:v>2747.44</c:v>
                </c:pt>
                <c:pt idx="564">
                  <c:v>2752.32</c:v>
                </c:pt>
                <c:pt idx="565">
                  <c:v>2757.2</c:v>
                </c:pt>
                <c:pt idx="566">
                  <c:v>2762.08</c:v>
                </c:pt>
                <c:pt idx="567">
                  <c:v>2766.96</c:v>
                </c:pt>
                <c:pt idx="568">
                  <c:v>2771.84</c:v>
                </c:pt>
                <c:pt idx="569">
                  <c:v>2776.72</c:v>
                </c:pt>
                <c:pt idx="570">
                  <c:v>2781.6</c:v>
                </c:pt>
                <c:pt idx="571">
                  <c:v>2786.48</c:v>
                </c:pt>
                <c:pt idx="572">
                  <c:v>2791.36</c:v>
                </c:pt>
                <c:pt idx="573">
                  <c:v>2796.24</c:v>
                </c:pt>
                <c:pt idx="574">
                  <c:v>2801.12</c:v>
                </c:pt>
                <c:pt idx="575">
                  <c:v>2806</c:v>
                </c:pt>
                <c:pt idx="576">
                  <c:v>2810.88</c:v>
                </c:pt>
                <c:pt idx="577">
                  <c:v>2815.7599999999998</c:v>
                </c:pt>
                <c:pt idx="578">
                  <c:v>2820.64</c:v>
                </c:pt>
                <c:pt idx="579">
                  <c:v>2825.52</c:v>
                </c:pt>
                <c:pt idx="580">
                  <c:v>2830.4</c:v>
                </c:pt>
                <c:pt idx="581">
                  <c:v>2835.2799999999997</c:v>
                </c:pt>
                <c:pt idx="582">
                  <c:v>2840.16</c:v>
                </c:pt>
                <c:pt idx="583">
                  <c:v>2845.04</c:v>
                </c:pt>
                <c:pt idx="584">
                  <c:v>2849.92</c:v>
                </c:pt>
                <c:pt idx="585">
                  <c:v>2854.7999999999997</c:v>
                </c:pt>
                <c:pt idx="586">
                  <c:v>2859.68</c:v>
                </c:pt>
                <c:pt idx="587">
                  <c:v>2864.56</c:v>
                </c:pt>
                <c:pt idx="588">
                  <c:v>2869.44</c:v>
                </c:pt>
                <c:pt idx="589">
                  <c:v>2874.32</c:v>
                </c:pt>
                <c:pt idx="590">
                  <c:v>2879.2</c:v>
                </c:pt>
                <c:pt idx="591">
                  <c:v>2884.08</c:v>
                </c:pt>
                <c:pt idx="592">
                  <c:v>2888.96</c:v>
                </c:pt>
                <c:pt idx="593">
                  <c:v>2893.84</c:v>
                </c:pt>
                <c:pt idx="594">
                  <c:v>2898.72</c:v>
                </c:pt>
                <c:pt idx="595">
                  <c:v>2903.6</c:v>
                </c:pt>
                <c:pt idx="596">
                  <c:v>2908.48</c:v>
                </c:pt>
                <c:pt idx="597">
                  <c:v>2913.36</c:v>
                </c:pt>
                <c:pt idx="598">
                  <c:v>2918.24</c:v>
                </c:pt>
                <c:pt idx="599">
                  <c:v>2923.12</c:v>
                </c:pt>
                <c:pt idx="600">
                  <c:v>2928</c:v>
                </c:pt>
                <c:pt idx="601">
                  <c:v>2932.88</c:v>
                </c:pt>
                <c:pt idx="602">
                  <c:v>2937.7599999999998</c:v>
                </c:pt>
                <c:pt idx="603">
                  <c:v>2942.64</c:v>
                </c:pt>
                <c:pt idx="604">
                  <c:v>2947.52</c:v>
                </c:pt>
                <c:pt idx="605">
                  <c:v>2952.4</c:v>
                </c:pt>
                <c:pt idx="606">
                  <c:v>2957.2799999999997</c:v>
                </c:pt>
                <c:pt idx="607">
                  <c:v>2962.16</c:v>
                </c:pt>
                <c:pt idx="608">
                  <c:v>2967.04</c:v>
                </c:pt>
                <c:pt idx="609">
                  <c:v>2971.92</c:v>
                </c:pt>
                <c:pt idx="610">
                  <c:v>2976.7999999999997</c:v>
                </c:pt>
                <c:pt idx="611">
                  <c:v>2981.68</c:v>
                </c:pt>
                <c:pt idx="612">
                  <c:v>2986.56</c:v>
                </c:pt>
                <c:pt idx="613">
                  <c:v>2991.44</c:v>
                </c:pt>
                <c:pt idx="614">
                  <c:v>2996.3199999999997</c:v>
                </c:pt>
                <c:pt idx="615">
                  <c:v>3001.2</c:v>
                </c:pt>
                <c:pt idx="616">
                  <c:v>3006.08</c:v>
                </c:pt>
                <c:pt idx="617">
                  <c:v>3010.96</c:v>
                </c:pt>
                <c:pt idx="618">
                  <c:v>3015.84</c:v>
                </c:pt>
                <c:pt idx="619">
                  <c:v>3020.72</c:v>
                </c:pt>
                <c:pt idx="620">
                  <c:v>3025.6</c:v>
                </c:pt>
                <c:pt idx="621">
                  <c:v>3030.48</c:v>
                </c:pt>
                <c:pt idx="622">
                  <c:v>3035.36</c:v>
                </c:pt>
                <c:pt idx="623">
                  <c:v>3040.24</c:v>
                </c:pt>
                <c:pt idx="624">
                  <c:v>3045.12</c:v>
                </c:pt>
                <c:pt idx="625">
                  <c:v>3050</c:v>
                </c:pt>
                <c:pt idx="626">
                  <c:v>3054.88</c:v>
                </c:pt>
                <c:pt idx="627">
                  <c:v>3059.7599999999998</c:v>
                </c:pt>
                <c:pt idx="628">
                  <c:v>3064.64</c:v>
                </c:pt>
                <c:pt idx="629">
                  <c:v>3069.52</c:v>
                </c:pt>
                <c:pt idx="630">
                  <c:v>3074.4</c:v>
                </c:pt>
                <c:pt idx="631">
                  <c:v>3079.2799999999997</c:v>
                </c:pt>
                <c:pt idx="632">
                  <c:v>3084.16</c:v>
                </c:pt>
                <c:pt idx="633">
                  <c:v>3089.04</c:v>
                </c:pt>
                <c:pt idx="634">
                  <c:v>3093.92</c:v>
                </c:pt>
                <c:pt idx="635">
                  <c:v>3098.7999999999997</c:v>
                </c:pt>
                <c:pt idx="636">
                  <c:v>3103.68</c:v>
                </c:pt>
                <c:pt idx="637">
                  <c:v>3108.56</c:v>
                </c:pt>
                <c:pt idx="638">
                  <c:v>3113.44</c:v>
                </c:pt>
                <c:pt idx="639">
                  <c:v>3118.3199999999997</c:v>
                </c:pt>
                <c:pt idx="640">
                  <c:v>3123.2</c:v>
                </c:pt>
                <c:pt idx="641">
                  <c:v>3128.08</c:v>
                </c:pt>
                <c:pt idx="642">
                  <c:v>3132.96</c:v>
                </c:pt>
                <c:pt idx="643">
                  <c:v>3137.84</c:v>
                </c:pt>
                <c:pt idx="644">
                  <c:v>3142.72</c:v>
                </c:pt>
                <c:pt idx="645">
                  <c:v>3147.6</c:v>
                </c:pt>
                <c:pt idx="646">
                  <c:v>3152.48</c:v>
                </c:pt>
                <c:pt idx="647">
                  <c:v>3157.36</c:v>
                </c:pt>
                <c:pt idx="648">
                  <c:v>3162.24</c:v>
                </c:pt>
                <c:pt idx="649">
                  <c:v>3167.12</c:v>
                </c:pt>
                <c:pt idx="650">
                  <c:v>3172</c:v>
                </c:pt>
                <c:pt idx="651">
                  <c:v>3176.88</c:v>
                </c:pt>
                <c:pt idx="652">
                  <c:v>3181.7599999999998</c:v>
                </c:pt>
                <c:pt idx="653">
                  <c:v>3186.64</c:v>
                </c:pt>
                <c:pt idx="654">
                  <c:v>3191.52</c:v>
                </c:pt>
                <c:pt idx="655">
                  <c:v>3196.4</c:v>
                </c:pt>
                <c:pt idx="656">
                  <c:v>3201.2799999999997</c:v>
                </c:pt>
                <c:pt idx="657">
                  <c:v>3206.16</c:v>
                </c:pt>
                <c:pt idx="658">
                  <c:v>3211.04</c:v>
                </c:pt>
                <c:pt idx="659">
                  <c:v>3215.92</c:v>
                </c:pt>
                <c:pt idx="660">
                  <c:v>3220.7999999999997</c:v>
                </c:pt>
                <c:pt idx="661">
                  <c:v>3225.68</c:v>
                </c:pt>
                <c:pt idx="662">
                  <c:v>3230.56</c:v>
                </c:pt>
                <c:pt idx="663">
                  <c:v>3235.44</c:v>
                </c:pt>
                <c:pt idx="664">
                  <c:v>3240.3199999999997</c:v>
                </c:pt>
                <c:pt idx="665">
                  <c:v>3245.2</c:v>
                </c:pt>
                <c:pt idx="666">
                  <c:v>3250.08</c:v>
                </c:pt>
                <c:pt idx="667">
                  <c:v>3254.96</c:v>
                </c:pt>
                <c:pt idx="668">
                  <c:v>3259.84</c:v>
                </c:pt>
                <c:pt idx="669">
                  <c:v>3264.72</c:v>
                </c:pt>
                <c:pt idx="670">
                  <c:v>3269.6</c:v>
                </c:pt>
                <c:pt idx="671">
                  <c:v>3274.48</c:v>
                </c:pt>
                <c:pt idx="672">
                  <c:v>3279.36</c:v>
                </c:pt>
                <c:pt idx="673">
                  <c:v>3284.24</c:v>
                </c:pt>
                <c:pt idx="674">
                  <c:v>3289.12</c:v>
                </c:pt>
                <c:pt idx="675">
                  <c:v>3294</c:v>
                </c:pt>
                <c:pt idx="676">
                  <c:v>3298.88</c:v>
                </c:pt>
                <c:pt idx="677">
                  <c:v>3303.7599999999998</c:v>
                </c:pt>
                <c:pt idx="678">
                  <c:v>3308.64</c:v>
                </c:pt>
                <c:pt idx="679">
                  <c:v>3313.52</c:v>
                </c:pt>
                <c:pt idx="680">
                  <c:v>3318.4</c:v>
                </c:pt>
                <c:pt idx="681">
                  <c:v>3323.2799999999997</c:v>
                </c:pt>
                <c:pt idx="682">
                  <c:v>3328.16</c:v>
                </c:pt>
                <c:pt idx="683">
                  <c:v>3333.04</c:v>
                </c:pt>
                <c:pt idx="684">
                  <c:v>3337.92</c:v>
                </c:pt>
                <c:pt idx="685">
                  <c:v>3342.7999999999997</c:v>
                </c:pt>
                <c:pt idx="686">
                  <c:v>3347.68</c:v>
                </c:pt>
                <c:pt idx="687">
                  <c:v>3352.56</c:v>
                </c:pt>
                <c:pt idx="688">
                  <c:v>3357.44</c:v>
                </c:pt>
                <c:pt idx="689">
                  <c:v>3362.3199999999997</c:v>
                </c:pt>
                <c:pt idx="690">
                  <c:v>3367.2</c:v>
                </c:pt>
                <c:pt idx="691">
                  <c:v>3372.08</c:v>
                </c:pt>
                <c:pt idx="692">
                  <c:v>3376.96</c:v>
                </c:pt>
                <c:pt idx="693">
                  <c:v>3381.84</c:v>
                </c:pt>
                <c:pt idx="694">
                  <c:v>3386.72</c:v>
                </c:pt>
                <c:pt idx="695">
                  <c:v>3391.6</c:v>
                </c:pt>
                <c:pt idx="696">
                  <c:v>3396.48</c:v>
                </c:pt>
                <c:pt idx="697">
                  <c:v>3401.36</c:v>
                </c:pt>
                <c:pt idx="698">
                  <c:v>3406.24</c:v>
                </c:pt>
                <c:pt idx="699">
                  <c:v>3411.12</c:v>
                </c:pt>
                <c:pt idx="700">
                  <c:v>3416</c:v>
                </c:pt>
                <c:pt idx="701">
                  <c:v>3420.88</c:v>
                </c:pt>
                <c:pt idx="702">
                  <c:v>3425.7599999999998</c:v>
                </c:pt>
                <c:pt idx="703">
                  <c:v>3430.64</c:v>
                </c:pt>
                <c:pt idx="704">
                  <c:v>3435.52</c:v>
                </c:pt>
                <c:pt idx="705">
                  <c:v>3440.4</c:v>
                </c:pt>
                <c:pt idx="706">
                  <c:v>3445.2799999999997</c:v>
                </c:pt>
                <c:pt idx="707">
                  <c:v>3450.16</c:v>
                </c:pt>
                <c:pt idx="708">
                  <c:v>3455.04</c:v>
                </c:pt>
                <c:pt idx="709">
                  <c:v>3459.92</c:v>
                </c:pt>
                <c:pt idx="710">
                  <c:v>3464.7999999999997</c:v>
                </c:pt>
                <c:pt idx="711">
                  <c:v>3469.68</c:v>
                </c:pt>
                <c:pt idx="712">
                  <c:v>3474.56</c:v>
                </c:pt>
                <c:pt idx="713">
                  <c:v>3479.44</c:v>
                </c:pt>
                <c:pt idx="714">
                  <c:v>3484.3199999999997</c:v>
                </c:pt>
                <c:pt idx="715">
                  <c:v>3489.2</c:v>
                </c:pt>
                <c:pt idx="716">
                  <c:v>3494.08</c:v>
                </c:pt>
                <c:pt idx="717">
                  <c:v>3498.96</c:v>
                </c:pt>
                <c:pt idx="718">
                  <c:v>3503.84</c:v>
                </c:pt>
                <c:pt idx="719">
                  <c:v>3508.72</c:v>
                </c:pt>
                <c:pt idx="720">
                  <c:v>3513.6</c:v>
                </c:pt>
                <c:pt idx="721">
                  <c:v>3518.48</c:v>
                </c:pt>
                <c:pt idx="722">
                  <c:v>3523.36</c:v>
                </c:pt>
                <c:pt idx="723">
                  <c:v>3528.24</c:v>
                </c:pt>
                <c:pt idx="724">
                  <c:v>3533.12</c:v>
                </c:pt>
                <c:pt idx="725">
                  <c:v>3538</c:v>
                </c:pt>
                <c:pt idx="726">
                  <c:v>3542.88</c:v>
                </c:pt>
                <c:pt idx="727">
                  <c:v>3547.7599999999998</c:v>
                </c:pt>
                <c:pt idx="728">
                  <c:v>3552.64</c:v>
                </c:pt>
                <c:pt idx="729">
                  <c:v>3557.52</c:v>
                </c:pt>
                <c:pt idx="730">
                  <c:v>3562.4</c:v>
                </c:pt>
                <c:pt idx="731">
                  <c:v>3567.2799999999997</c:v>
                </c:pt>
                <c:pt idx="732">
                  <c:v>3572.16</c:v>
                </c:pt>
                <c:pt idx="733">
                  <c:v>3577.04</c:v>
                </c:pt>
                <c:pt idx="734">
                  <c:v>3581.92</c:v>
                </c:pt>
                <c:pt idx="735">
                  <c:v>3586.7999999999997</c:v>
                </c:pt>
                <c:pt idx="736">
                  <c:v>3591.68</c:v>
                </c:pt>
                <c:pt idx="737">
                  <c:v>3596.56</c:v>
                </c:pt>
                <c:pt idx="738">
                  <c:v>3601.44</c:v>
                </c:pt>
                <c:pt idx="739">
                  <c:v>3606.3199999999997</c:v>
                </c:pt>
                <c:pt idx="740">
                  <c:v>3611.2</c:v>
                </c:pt>
                <c:pt idx="741">
                  <c:v>3616.08</c:v>
                </c:pt>
                <c:pt idx="742">
                  <c:v>3620.96</c:v>
                </c:pt>
                <c:pt idx="743">
                  <c:v>3625.84</c:v>
                </c:pt>
                <c:pt idx="744">
                  <c:v>3630.72</c:v>
                </c:pt>
                <c:pt idx="745">
                  <c:v>3635.6</c:v>
                </c:pt>
                <c:pt idx="746">
                  <c:v>3640.48</c:v>
                </c:pt>
                <c:pt idx="747">
                  <c:v>3645.36</c:v>
                </c:pt>
                <c:pt idx="748">
                  <c:v>3650.24</c:v>
                </c:pt>
                <c:pt idx="749">
                  <c:v>3655.12</c:v>
                </c:pt>
                <c:pt idx="750">
                  <c:v>3660</c:v>
                </c:pt>
                <c:pt idx="751">
                  <c:v>3664.88</c:v>
                </c:pt>
                <c:pt idx="752">
                  <c:v>3669.7599999999998</c:v>
                </c:pt>
                <c:pt idx="753">
                  <c:v>3674.64</c:v>
                </c:pt>
                <c:pt idx="754">
                  <c:v>3679.52</c:v>
                </c:pt>
                <c:pt idx="755">
                  <c:v>3684.4</c:v>
                </c:pt>
                <c:pt idx="756">
                  <c:v>3689.2799999999997</c:v>
                </c:pt>
                <c:pt idx="757">
                  <c:v>3694.16</c:v>
                </c:pt>
                <c:pt idx="758">
                  <c:v>3699.04</c:v>
                </c:pt>
                <c:pt idx="759">
                  <c:v>3703.92</c:v>
                </c:pt>
                <c:pt idx="760">
                  <c:v>3708.7999999999997</c:v>
                </c:pt>
                <c:pt idx="761">
                  <c:v>3713.68</c:v>
                </c:pt>
                <c:pt idx="762">
                  <c:v>3718.56</c:v>
                </c:pt>
                <c:pt idx="763">
                  <c:v>3723.44</c:v>
                </c:pt>
                <c:pt idx="764">
                  <c:v>3728.3199999999997</c:v>
                </c:pt>
                <c:pt idx="765">
                  <c:v>3733.2</c:v>
                </c:pt>
                <c:pt idx="766">
                  <c:v>3738.08</c:v>
                </c:pt>
                <c:pt idx="767">
                  <c:v>3742.96</c:v>
                </c:pt>
                <c:pt idx="768">
                  <c:v>3747.84</c:v>
                </c:pt>
                <c:pt idx="769">
                  <c:v>3752.72</c:v>
                </c:pt>
                <c:pt idx="770">
                  <c:v>3757.6</c:v>
                </c:pt>
                <c:pt idx="771">
                  <c:v>3762.48</c:v>
                </c:pt>
                <c:pt idx="772">
                  <c:v>3767.36</c:v>
                </c:pt>
                <c:pt idx="773">
                  <c:v>3772.24</c:v>
                </c:pt>
                <c:pt idx="774">
                  <c:v>3777.12</c:v>
                </c:pt>
                <c:pt idx="775">
                  <c:v>3782</c:v>
                </c:pt>
                <c:pt idx="776">
                  <c:v>3786.88</c:v>
                </c:pt>
                <c:pt idx="777">
                  <c:v>3791.7599999999998</c:v>
                </c:pt>
                <c:pt idx="778">
                  <c:v>3796.64</c:v>
                </c:pt>
                <c:pt idx="779">
                  <c:v>3801.52</c:v>
                </c:pt>
                <c:pt idx="780">
                  <c:v>3806.4</c:v>
                </c:pt>
                <c:pt idx="781">
                  <c:v>3811.2799999999997</c:v>
                </c:pt>
                <c:pt idx="782">
                  <c:v>3816.16</c:v>
                </c:pt>
                <c:pt idx="783">
                  <c:v>3821.04</c:v>
                </c:pt>
                <c:pt idx="784">
                  <c:v>3825.92</c:v>
                </c:pt>
                <c:pt idx="785">
                  <c:v>3830.7999999999997</c:v>
                </c:pt>
                <c:pt idx="786">
                  <c:v>3835.68</c:v>
                </c:pt>
                <c:pt idx="787">
                  <c:v>3840.56</c:v>
                </c:pt>
                <c:pt idx="788">
                  <c:v>3845.44</c:v>
                </c:pt>
                <c:pt idx="789">
                  <c:v>3850.3199999999997</c:v>
                </c:pt>
                <c:pt idx="790">
                  <c:v>3855.2</c:v>
                </c:pt>
                <c:pt idx="791">
                  <c:v>3860.08</c:v>
                </c:pt>
                <c:pt idx="792">
                  <c:v>3864.96</c:v>
                </c:pt>
                <c:pt idx="793">
                  <c:v>3869.8399999999997</c:v>
                </c:pt>
                <c:pt idx="794">
                  <c:v>3874.72</c:v>
                </c:pt>
                <c:pt idx="795">
                  <c:v>3879.6</c:v>
                </c:pt>
                <c:pt idx="796">
                  <c:v>3884.48</c:v>
                </c:pt>
                <c:pt idx="797">
                  <c:v>3889.36</c:v>
                </c:pt>
                <c:pt idx="798">
                  <c:v>3894.24</c:v>
                </c:pt>
                <c:pt idx="799">
                  <c:v>3899.12</c:v>
                </c:pt>
                <c:pt idx="800">
                  <c:v>3904</c:v>
                </c:pt>
                <c:pt idx="801">
                  <c:v>3908.88</c:v>
                </c:pt>
                <c:pt idx="802">
                  <c:v>3913.7599999999998</c:v>
                </c:pt>
                <c:pt idx="803">
                  <c:v>3918.64</c:v>
                </c:pt>
                <c:pt idx="804">
                  <c:v>3923.52</c:v>
                </c:pt>
                <c:pt idx="805">
                  <c:v>3928.4</c:v>
                </c:pt>
                <c:pt idx="806">
                  <c:v>3933.2799999999997</c:v>
                </c:pt>
                <c:pt idx="807">
                  <c:v>3938.16</c:v>
                </c:pt>
                <c:pt idx="808">
                  <c:v>3943.04</c:v>
                </c:pt>
                <c:pt idx="809">
                  <c:v>3947.92</c:v>
                </c:pt>
                <c:pt idx="810">
                  <c:v>3952.7999999999997</c:v>
                </c:pt>
                <c:pt idx="811">
                  <c:v>3957.68</c:v>
                </c:pt>
                <c:pt idx="812">
                  <c:v>3962.56</c:v>
                </c:pt>
                <c:pt idx="813">
                  <c:v>3967.44</c:v>
                </c:pt>
                <c:pt idx="814">
                  <c:v>3972.3199999999997</c:v>
                </c:pt>
                <c:pt idx="815">
                  <c:v>3977.2</c:v>
                </c:pt>
                <c:pt idx="816">
                  <c:v>3982.08</c:v>
                </c:pt>
                <c:pt idx="817">
                  <c:v>3986.96</c:v>
                </c:pt>
                <c:pt idx="818">
                  <c:v>3991.8399999999997</c:v>
                </c:pt>
                <c:pt idx="819">
                  <c:v>3996.72</c:v>
                </c:pt>
                <c:pt idx="820">
                  <c:v>4001.6</c:v>
                </c:pt>
                <c:pt idx="821">
                  <c:v>4006.48</c:v>
                </c:pt>
                <c:pt idx="822">
                  <c:v>4011.36</c:v>
                </c:pt>
                <c:pt idx="823">
                  <c:v>4016.24</c:v>
                </c:pt>
                <c:pt idx="824">
                  <c:v>4021.12</c:v>
                </c:pt>
                <c:pt idx="825">
                  <c:v>4026</c:v>
                </c:pt>
                <c:pt idx="826">
                  <c:v>4030.88</c:v>
                </c:pt>
                <c:pt idx="827">
                  <c:v>4035.7599999999998</c:v>
                </c:pt>
                <c:pt idx="828">
                  <c:v>4040.64</c:v>
                </c:pt>
                <c:pt idx="829">
                  <c:v>4045.52</c:v>
                </c:pt>
                <c:pt idx="830">
                  <c:v>4050.4</c:v>
                </c:pt>
                <c:pt idx="831">
                  <c:v>4055.2799999999997</c:v>
                </c:pt>
                <c:pt idx="832">
                  <c:v>4060.16</c:v>
                </c:pt>
                <c:pt idx="833">
                  <c:v>4065.04</c:v>
                </c:pt>
                <c:pt idx="834">
                  <c:v>4069.92</c:v>
                </c:pt>
                <c:pt idx="835">
                  <c:v>4074.7999999999997</c:v>
                </c:pt>
                <c:pt idx="836">
                  <c:v>4079.68</c:v>
                </c:pt>
                <c:pt idx="837">
                  <c:v>4084.56</c:v>
                </c:pt>
                <c:pt idx="838">
                  <c:v>4089.44</c:v>
                </c:pt>
                <c:pt idx="839">
                  <c:v>4094.3199999999997</c:v>
                </c:pt>
                <c:pt idx="840">
                  <c:v>4099.2</c:v>
                </c:pt>
                <c:pt idx="841">
                  <c:v>4104.08</c:v>
                </c:pt>
                <c:pt idx="842">
                  <c:v>4108.96</c:v>
                </c:pt>
                <c:pt idx="843">
                  <c:v>4113.84</c:v>
                </c:pt>
                <c:pt idx="844">
                  <c:v>4118.72</c:v>
                </c:pt>
                <c:pt idx="845">
                  <c:v>4123.6000000000004</c:v>
                </c:pt>
                <c:pt idx="846">
                  <c:v>4128.4799999999996</c:v>
                </c:pt>
                <c:pt idx="847">
                  <c:v>4133.3599999999997</c:v>
                </c:pt>
                <c:pt idx="848">
                  <c:v>4138.24</c:v>
                </c:pt>
                <c:pt idx="849">
                  <c:v>4143.12</c:v>
                </c:pt>
                <c:pt idx="850">
                  <c:v>4148</c:v>
                </c:pt>
                <c:pt idx="851">
                  <c:v>4152.88</c:v>
                </c:pt>
                <c:pt idx="852">
                  <c:v>4157.76</c:v>
                </c:pt>
                <c:pt idx="853">
                  <c:v>4162.6400000000003</c:v>
                </c:pt>
                <c:pt idx="854">
                  <c:v>4167.5199999999995</c:v>
                </c:pt>
                <c:pt idx="855">
                  <c:v>4172.3999999999996</c:v>
                </c:pt>
                <c:pt idx="856">
                  <c:v>4177.28</c:v>
                </c:pt>
                <c:pt idx="857">
                  <c:v>4182.16</c:v>
                </c:pt>
                <c:pt idx="858">
                  <c:v>4187.04</c:v>
                </c:pt>
                <c:pt idx="859">
                  <c:v>4191.92</c:v>
                </c:pt>
                <c:pt idx="860">
                  <c:v>4196.8</c:v>
                </c:pt>
                <c:pt idx="861">
                  <c:v>4201.68</c:v>
                </c:pt>
                <c:pt idx="862">
                  <c:v>4206.5599999999995</c:v>
                </c:pt>
                <c:pt idx="863">
                  <c:v>4211.4399999999996</c:v>
                </c:pt>
                <c:pt idx="864">
                  <c:v>4216.32</c:v>
                </c:pt>
                <c:pt idx="865">
                  <c:v>4221.2</c:v>
                </c:pt>
                <c:pt idx="866">
                  <c:v>4226.08</c:v>
                </c:pt>
                <c:pt idx="867">
                  <c:v>4230.96</c:v>
                </c:pt>
                <c:pt idx="868">
                  <c:v>4235.84</c:v>
                </c:pt>
                <c:pt idx="869">
                  <c:v>4240.72</c:v>
                </c:pt>
                <c:pt idx="870">
                  <c:v>4245.5999999999995</c:v>
                </c:pt>
                <c:pt idx="871">
                  <c:v>4250.4799999999996</c:v>
                </c:pt>
                <c:pt idx="872">
                  <c:v>4255.3599999999997</c:v>
                </c:pt>
                <c:pt idx="873">
                  <c:v>4260.24</c:v>
                </c:pt>
                <c:pt idx="874">
                  <c:v>4265.12</c:v>
                </c:pt>
                <c:pt idx="875">
                  <c:v>4270</c:v>
                </c:pt>
                <c:pt idx="876">
                  <c:v>4274.88</c:v>
                </c:pt>
                <c:pt idx="877">
                  <c:v>4279.76</c:v>
                </c:pt>
                <c:pt idx="878">
                  <c:v>4284.6400000000003</c:v>
                </c:pt>
                <c:pt idx="879">
                  <c:v>4289.5199999999995</c:v>
                </c:pt>
                <c:pt idx="880">
                  <c:v>4294.3999999999996</c:v>
                </c:pt>
                <c:pt idx="881">
                  <c:v>4299.28</c:v>
                </c:pt>
                <c:pt idx="882">
                  <c:v>4304.16</c:v>
                </c:pt>
                <c:pt idx="883">
                  <c:v>4309.04</c:v>
                </c:pt>
                <c:pt idx="884">
                  <c:v>4313.92</c:v>
                </c:pt>
                <c:pt idx="885">
                  <c:v>4318.8</c:v>
                </c:pt>
                <c:pt idx="886">
                  <c:v>4323.68</c:v>
                </c:pt>
                <c:pt idx="887">
                  <c:v>4328.5599999999995</c:v>
                </c:pt>
                <c:pt idx="888">
                  <c:v>4333.4399999999996</c:v>
                </c:pt>
                <c:pt idx="889">
                  <c:v>4338.32</c:v>
                </c:pt>
                <c:pt idx="890">
                  <c:v>4343.2</c:v>
                </c:pt>
                <c:pt idx="891">
                  <c:v>4348.08</c:v>
                </c:pt>
                <c:pt idx="892">
                  <c:v>4352.96</c:v>
                </c:pt>
                <c:pt idx="893">
                  <c:v>4357.84</c:v>
                </c:pt>
                <c:pt idx="894">
                  <c:v>4362.72</c:v>
                </c:pt>
                <c:pt idx="895">
                  <c:v>4367.5999999999995</c:v>
                </c:pt>
                <c:pt idx="896">
                  <c:v>4372.4799999999996</c:v>
                </c:pt>
                <c:pt idx="897">
                  <c:v>4377.3599999999997</c:v>
                </c:pt>
                <c:pt idx="898">
                  <c:v>4382.24</c:v>
                </c:pt>
                <c:pt idx="899">
                  <c:v>4387.12</c:v>
                </c:pt>
                <c:pt idx="900">
                  <c:v>4392</c:v>
                </c:pt>
                <c:pt idx="901">
                  <c:v>4396.88</c:v>
                </c:pt>
                <c:pt idx="902">
                  <c:v>4401.76</c:v>
                </c:pt>
                <c:pt idx="903">
                  <c:v>4406.6400000000003</c:v>
                </c:pt>
                <c:pt idx="904">
                  <c:v>4411.5199999999995</c:v>
                </c:pt>
                <c:pt idx="905">
                  <c:v>4416.3999999999996</c:v>
                </c:pt>
                <c:pt idx="906">
                  <c:v>4421.28</c:v>
                </c:pt>
                <c:pt idx="907">
                  <c:v>4426.16</c:v>
                </c:pt>
                <c:pt idx="908">
                  <c:v>4431.04</c:v>
                </c:pt>
              </c:numCache>
            </c:numRef>
          </c:xVal>
          <c:yVal>
            <c:numRef>
              <c:f>Sheet1!$I$4:$I$912</c:f>
              <c:numCache>
                <c:formatCode>General</c:formatCode>
                <c:ptCount val="909"/>
                <c:pt idx="0">
                  <c:v>97.304569259597358</c:v>
                </c:pt>
                <c:pt idx="1">
                  <c:v>97.494879263920538</c:v>
                </c:pt>
                <c:pt idx="2">
                  <c:v>97.685748132290286</c:v>
                </c:pt>
                <c:pt idx="3">
                  <c:v>97.877178055063041</c:v>
                </c:pt>
                <c:pt idx="4">
                  <c:v>98.069171233336476</c:v>
                </c:pt>
                <c:pt idx="5">
                  <c:v>98.261729879013103</c:v>
                </c:pt>
                <c:pt idx="6">
                  <c:v>98.454856214863298</c:v>
                </c:pt>
                <c:pt idx="7">
                  <c:v>98.648552474590815</c:v>
                </c:pt>
                <c:pt idx="8">
                  <c:v>98.842820902895483</c:v>
                </c:pt>
                <c:pt idx="9">
                  <c:v>99.037663755539597</c:v>
                </c:pt>
                <c:pt idx="10">
                  <c:v>99.233083299413579</c:v>
                </c:pt>
                <c:pt idx="11">
                  <c:v>99.429081812600316</c:v>
                </c:pt>
                <c:pt idx="12">
                  <c:v>99.625661584443833</c:v>
                </c:pt>
                <c:pt idx="13">
                  <c:v>99.82282491561341</c:v>
                </c:pt>
                <c:pt idx="14">
                  <c:v>100.02057411817464</c:v>
                </c:pt>
                <c:pt idx="15">
                  <c:v>100.21891151565205</c:v>
                </c:pt>
                <c:pt idx="16">
                  <c:v>100.41783944310282</c:v>
                </c:pt>
                <c:pt idx="17">
                  <c:v>100.61736024718221</c:v>
                </c:pt>
                <c:pt idx="18">
                  <c:v>100.81747628621201</c:v>
                </c:pt>
                <c:pt idx="19">
                  <c:v>101.01818993025472</c:v>
                </c:pt>
                <c:pt idx="20">
                  <c:v>101.21950356117827</c:v>
                </c:pt>
                <c:pt idx="21">
                  <c:v>101.42141957272906</c:v>
                </c:pt>
                <c:pt idx="22">
                  <c:v>101.62394037060585</c:v>
                </c:pt>
                <c:pt idx="23">
                  <c:v>101.82706837252681</c:v>
                </c:pt>
                <c:pt idx="24">
                  <c:v>102.03080600830208</c:v>
                </c:pt>
                <c:pt idx="25">
                  <c:v>102.23515571991265</c:v>
                </c:pt>
                <c:pt idx="26">
                  <c:v>102.44011996157406</c:v>
                </c:pt>
                <c:pt idx="27">
                  <c:v>102.64570119981772</c:v>
                </c:pt>
                <c:pt idx="28">
                  <c:v>102.85190191356241</c:v>
                </c:pt>
                <c:pt idx="29">
                  <c:v>103.05872459418561</c:v>
                </c:pt>
                <c:pt idx="30">
                  <c:v>103.2661717456067</c:v>
                </c:pt>
                <c:pt idx="31">
                  <c:v>103.4742458843557</c:v>
                </c:pt>
                <c:pt idx="32">
                  <c:v>103.68294953965142</c:v>
                </c:pt>
                <c:pt idx="33">
                  <c:v>103.89228525348108</c:v>
                </c:pt>
                <c:pt idx="34">
                  <c:v>104.10225558067168</c:v>
                </c:pt>
                <c:pt idx="35">
                  <c:v>104.3128630889787</c:v>
                </c:pt>
                <c:pt idx="36">
                  <c:v>104.52411035914793</c:v>
                </c:pt>
                <c:pt idx="37">
                  <c:v>104.73599998501277</c:v>
                </c:pt>
                <c:pt idx="38">
                  <c:v>104.94853457356203</c:v>
                </c:pt>
                <c:pt idx="39">
                  <c:v>105.16171674502402</c:v>
                </c:pt>
                <c:pt idx="40">
                  <c:v>105.37554913294525</c:v>
                </c:pt>
                <c:pt idx="41">
                  <c:v>105.59003438427499</c:v>
                </c:pt>
                <c:pt idx="42">
                  <c:v>105.80517515944575</c:v>
                </c:pt>
                <c:pt idx="43">
                  <c:v>106.02097413245338</c:v>
                </c:pt>
                <c:pt idx="44">
                  <c:v>106.23743399094474</c:v>
                </c:pt>
                <c:pt idx="45">
                  <c:v>106.45455743629827</c:v>
                </c:pt>
                <c:pt idx="46">
                  <c:v>106.67234718370673</c:v>
                </c:pt>
                <c:pt idx="47">
                  <c:v>106.89080596226813</c:v>
                </c:pt>
                <c:pt idx="48">
                  <c:v>107.10993651506215</c:v>
                </c:pt>
                <c:pt idx="49">
                  <c:v>107.32974159924925</c:v>
                </c:pt>
                <c:pt idx="50">
                  <c:v>107.55022398613983</c:v>
                </c:pt>
                <c:pt idx="51">
                  <c:v>107.77138646129879</c:v>
                </c:pt>
                <c:pt idx="52">
                  <c:v>107.9932318246274</c:v>
                </c:pt>
                <c:pt idx="53">
                  <c:v>108.2157628904406</c:v>
                </c:pt>
                <c:pt idx="54">
                  <c:v>108.43898248757796</c:v>
                </c:pt>
                <c:pt idx="55">
                  <c:v>108.66289345947371</c:v>
                </c:pt>
                <c:pt idx="56">
                  <c:v>108.8874986642586</c:v>
                </c:pt>
                <c:pt idx="57">
                  <c:v>109.11280097484996</c:v>
                </c:pt>
                <c:pt idx="58">
                  <c:v>109.33880327903717</c:v>
                </c:pt>
                <c:pt idx="59">
                  <c:v>109.56550847958079</c:v>
                </c:pt>
                <c:pt idx="60">
                  <c:v>109.79291949430626</c:v>
                </c:pt>
                <c:pt idx="61">
                  <c:v>110.0210392561894</c:v>
                </c:pt>
                <c:pt idx="62">
                  <c:v>110.24987071346277</c:v>
                </c:pt>
                <c:pt idx="63">
                  <c:v>110.47941682970122</c:v>
                </c:pt>
                <c:pt idx="64">
                  <c:v>110.70968058391918</c:v>
                </c:pt>
                <c:pt idx="65">
                  <c:v>110.94066497067615</c:v>
                </c:pt>
                <c:pt idx="66">
                  <c:v>111.17237300016313</c:v>
                </c:pt>
                <c:pt idx="67">
                  <c:v>111.40480769830629</c:v>
                </c:pt>
                <c:pt idx="68">
                  <c:v>111.63797210686334</c:v>
                </c:pt>
                <c:pt idx="69">
                  <c:v>111.87186928352457</c:v>
                </c:pt>
                <c:pt idx="70">
                  <c:v>112.10650230201736</c:v>
                </c:pt>
                <c:pt idx="71">
                  <c:v>112.3418742521917</c:v>
                </c:pt>
                <c:pt idx="72">
                  <c:v>112.57798824014662</c:v>
                </c:pt>
                <c:pt idx="73">
                  <c:v>112.81484738830841</c:v>
                </c:pt>
                <c:pt idx="74">
                  <c:v>113.05245483554791</c:v>
                </c:pt>
                <c:pt idx="75">
                  <c:v>113.29081373728241</c:v>
                </c:pt>
                <c:pt idx="76">
                  <c:v>113.52992726557477</c:v>
                </c:pt>
                <c:pt idx="77">
                  <c:v>113.76979860924803</c:v>
                </c:pt>
                <c:pt idx="78">
                  <c:v>114.01043097398542</c:v>
                </c:pt>
                <c:pt idx="79">
                  <c:v>114.251827582435</c:v>
                </c:pt>
                <c:pt idx="80">
                  <c:v>114.49399167432239</c:v>
                </c:pt>
                <c:pt idx="81">
                  <c:v>114.73692650656631</c:v>
                </c:pt>
                <c:pt idx="82">
                  <c:v>114.98063535336769</c:v>
                </c:pt>
                <c:pt idx="83">
                  <c:v>115.22512150634429</c:v>
                </c:pt>
                <c:pt idx="84">
                  <c:v>115.47038827461984</c:v>
                </c:pt>
                <c:pt idx="85">
                  <c:v>115.71643898495495</c:v>
                </c:pt>
                <c:pt idx="86">
                  <c:v>115.96327698184541</c:v>
                </c:pt>
                <c:pt idx="87">
                  <c:v>116.21090562764402</c:v>
                </c:pt>
                <c:pt idx="88">
                  <c:v>116.45932830267157</c:v>
                </c:pt>
                <c:pt idx="89">
                  <c:v>116.70854840533684</c:v>
                </c:pt>
                <c:pt idx="90">
                  <c:v>116.95856935224765</c:v>
                </c:pt>
                <c:pt idx="91">
                  <c:v>117.20939457831992</c:v>
                </c:pt>
                <c:pt idx="92">
                  <c:v>117.46102753692503</c:v>
                </c:pt>
                <c:pt idx="93">
                  <c:v>117.71347169997171</c:v>
                </c:pt>
                <c:pt idx="94">
                  <c:v>117.96673055804968</c:v>
                </c:pt>
                <c:pt idx="95">
                  <c:v>118.22080762054793</c:v>
                </c:pt>
                <c:pt idx="96">
                  <c:v>118.47570641576385</c:v>
                </c:pt>
                <c:pt idx="97">
                  <c:v>118.73143049103965</c:v>
                </c:pt>
                <c:pt idx="98">
                  <c:v>118.98798341287693</c:v>
                </c:pt>
                <c:pt idx="99">
                  <c:v>119.24536876706952</c:v>
                </c:pt>
                <c:pt idx="100">
                  <c:v>119.50359015881259</c:v>
                </c:pt>
                <c:pt idx="101">
                  <c:v>119.76265121285724</c:v>
                </c:pt>
                <c:pt idx="102">
                  <c:v>120.02255557359967</c:v>
                </c:pt>
                <c:pt idx="103">
                  <c:v>120.28330690524854</c:v>
                </c:pt>
                <c:pt idx="104">
                  <c:v>120.5449088919213</c:v>
                </c:pt>
                <c:pt idx="105">
                  <c:v>120.80736523779706</c:v>
                </c:pt>
                <c:pt idx="106">
                  <c:v>121.07067966723662</c:v>
                </c:pt>
                <c:pt idx="107">
                  <c:v>121.33485592491706</c:v>
                </c:pt>
                <c:pt idx="108">
                  <c:v>121.59989777596275</c:v>
                </c:pt>
                <c:pt idx="109">
                  <c:v>121.86580900608897</c:v>
                </c:pt>
                <c:pt idx="110">
                  <c:v>122.13259342172205</c:v>
                </c:pt>
                <c:pt idx="111">
                  <c:v>122.40025485014303</c:v>
                </c:pt>
                <c:pt idx="112">
                  <c:v>122.66879713963499</c:v>
                </c:pt>
                <c:pt idx="113">
                  <c:v>122.93822415959767</c:v>
                </c:pt>
                <c:pt idx="114">
                  <c:v>123.20853980072206</c:v>
                </c:pt>
                <c:pt idx="115">
                  <c:v>123.47974797508323</c:v>
                </c:pt>
                <c:pt idx="116">
                  <c:v>123.7518526163185</c:v>
                </c:pt>
                <c:pt idx="117">
                  <c:v>124.02485767976941</c:v>
                </c:pt>
                <c:pt idx="118">
                  <c:v>124.29876714261809</c:v>
                </c:pt>
                <c:pt idx="119">
                  <c:v>124.57358500400733</c:v>
                </c:pt>
                <c:pt idx="120">
                  <c:v>124.84931528522247</c:v>
                </c:pt>
                <c:pt idx="121">
                  <c:v>125.12596202983332</c:v>
                </c:pt>
                <c:pt idx="122">
                  <c:v>125.40352930382505</c:v>
                </c:pt>
                <c:pt idx="123">
                  <c:v>125.68202119575471</c:v>
                </c:pt>
                <c:pt idx="124">
                  <c:v>125.96144181690943</c:v>
                </c:pt>
                <c:pt idx="125">
                  <c:v>126.24179530145011</c:v>
                </c:pt>
                <c:pt idx="126">
                  <c:v>126.52308580657154</c:v>
                </c:pt>
                <c:pt idx="127">
                  <c:v>126.80531751264061</c:v>
                </c:pt>
                <c:pt idx="128">
                  <c:v>127.08849462337639</c:v>
                </c:pt>
                <c:pt idx="129">
                  <c:v>127.3726213659811</c:v>
                </c:pt>
                <c:pt idx="130">
                  <c:v>127.65770199132021</c:v>
                </c:pt>
                <c:pt idx="131">
                  <c:v>127.94374077406974</c:v>
                </c:pt>
                <c:pt idx="132">
                  <c:v>128.23074201286181</c:v>
                </c:pt>
                <c:pt idx="133">
                  <c:v>128.51871003049382</c:v>
                </c:pt>
                <c:pt idx="134">
                  <c:v>128.80764917401939</c:v>
                </c:pt>
                <c:pt idx="135">
                  <c:v>129.09756381499574</c:v>
                </c:pt>
                <c:pt idx="136">
                  <c:v>129.38845834956555</c:v>
                </c:pt>
                <c:pt idx="137">
                  <c:v>129.68033719869709</c:v>
                </c:pt>
                <c:pt idx="138">
                  <c:v>129.97320480829876</c:v>
                </c:pt>
                <c:pt idx="139">
                  <c:v>130.2670656494156</c:v>
                </c:pt>
                <c:pt idx="140">
                  <c:v>130.56192421839114</c:v>
                </c:pt>
                <c:pt idx="141">
                  <c:v>130.85778503704205</c:v>
                </c:pt>
                <c:pt idx="142">
                  <c:v>131.15465265283638</c:v>
                </c:pt>
                <c:pt idx="143">
                  <c:v>131.45253163905363</c:v>
                </c:pt>
                <c:pt idx="144">
                  <c:v>131.75142659497578</c:v>
                </c:pt>
                <c:pt idx="145">
                  <c:v>132.05134214605278</c:v>
                </c:pt>
                <c:pt idx="146">
                  <c:v>132.35228294410263</c:v>
                </c:pt>
                <c:pt idx="147">
                  <c:v>132.65425366745694</c:v>
                </c:pt>
                <c:pt idx="148">
                  <c:v>132.95725902117192</c:v>
                </c:pt>
                <c:pt idx="149">
                  <c:v>133.26130373721026</c:v>
                </c:pt>
                <c:pt idx="150">
                  <c:v>133.56639257460483</c:v>
                </c:pt>
                <c:pt idx="151">
                  <c:v>133.87253031966611</c:v>
                </c:pt>
                <c:pt idx="152">
                  <c:v>134.17972178616037</c:v>
                </c:pt>
                <c:pt idx="153">
                  <c:v>134.48797181549162</c:v>
                </c:pt>
                <c:pt idx="154">
                  <c:v>134.7972852769235</c:v>
                </c:pt>
                <c:pt idx="155">
                  <c:v>135.10766706772483</c:v>
                </c:pt>
                <c:pt idx="156">
                  <c:v>135.41912211340241</c:v>
                </c:pt>
                <c:pt idx="157">
                  <c:v>135.73165536786837</c:v>
                </c:pt>
                <c:pt idx="158">
                  <c:v>136.04527181367303</c:v>
                </c:pt>
                <c:pt idx="159">
                  <c:v>136.35997646216492</c:v>
                </c:pt>
                <c:pt idx="160">
                  <c:v>136.67577435369822</c:v>
                </c:pt>
                <c:pt idx="161">
                  <c:v>136.99267055787277</c:v>
                </c:pt>
                <c:pt idx="162">
                  <c:v>137.31067017368332</c:v>
                </c:pt>
                <c:pt idx="163">
                  <c:v>137.62977832975594</c:v>
                </c:pt>
                <c:pt idx="164">
                  <c:v>137.95000018455175</c:v>
                </c:pt>
                <c:pt idx="165">
                  <c:v>138.27134092656706</c:v>
                </c:pt>
                <c:pt idx="166">
                  <c:v>138.59380577456614</c:v>
                </c:pt>
                <c:pt idx="167">
                  <c:v>138.9173999777413</c:v>
                </c:pt>
                <c:pt idx="168">
                  <c:v>139.24212881599306</c:v>
                </c:pt>
                <c:pt idx="169">
                  <c:v>139.56799760010472</c:v>
                </c:pt>
                <c:pt idx="170">
                  <c:v>139.8950116719534</c:v>
                </c:pt>
                <c:pt idx="171">
                  <c:v>140.22317640476467</c:v>
                </c:pt>
                <c:pt idx="172">
                  <c:v>140.55249720329448</c:v>
                </c:pt>
                <c:pt idx="173">
                  <c:v>140.88297950408742</c:v>
                </c:pt>
                <c:pt idx="174">
                  <c:v>141.21462877566591</c:v>
                </c:pt>
                <c:pt idx="175">
                  <c:v>141.54745051878126</c:v>
                </c:pt>
                <c:pt idx="176">
                  <c:v>141.88145026663187</c:v>
                </c:pt>
                <c:pt idx="177">
                  <c:v>142.21663358510705</c:v>
                </c:pt>
                <c:pt idx="178">
                  <c:v>142.55300607298705</c:v>
                </c:pt>
                <c:pt idx="179">
                  <c:v>142.89057336221231</c:v>
                </c:pt>
                <c:pt idx="180">
                  <c:v>143.22934111809809</c:v>
                </c:pt>
                <c:pt idx="181">
                  <c:v>143.56931503958185</c:v>
                </c:pt>
                <c:pt idx="182">
                  <c:v>143.91050085945608</c:v>
                </c:pt>
                <c:pt idx="183">
                  <c:v>144.25290434461203</c:v>
                </c:pt>
                <c:pt idx="184">
                  <c:v>144.5965312962835</c:v>
                </c:pt>
                <c:pt idx="185">
                  <c:v>144.94138755030872</c:v>
                </c:pt>
                <c:pt idx="186">
                  <c:v>145.28747897733774</c:v>
                </c:pt>
                <c:pt idx="187">
                  <c:v>145.63481148311621</c:v>
                </c:pt>
                <c:pt idx="188">
                  <c:v>145.98339100875455</c:v>
                </c:pt>
                <c:pt idx="189">
                  <c:v>146.33322353090989</c:v>
                </c:pt>
                <c:pt idx="190">
                  <c:v>146.68431506212437</c:v>
                </c:pt>
                <c:pt idx="191">
                  <c:v>147.03667165103616</c:v>
                </c:pt>
                <c:pt idx="192">
                  <c:v>147.39029938264503</c:v>
                </c:pt>
                <c:pt idx="193">
                  <c:v>147.7452043785961</c:v>
                </c:pt>
                <c:pt idx="194">
                  <c:v>148.10139279740906</c:v>
                </c:pt>
                <c:pt idx="195">
                  <c:v>148.45887083479101</c:v>
                </c:pt>
                <c:pt idx="196">
                  <c:v>148.81764472385476</c:v>
                </c:pt>
                <c:pt idx="197">
                  <c:v>149.1777207354462</c:v>
                </c:pt>
                <c:pt idx="198">
                  <c:v>149.53910517836266</c:v>
                </c:pt>
                <c:pt idx="199">
                  <c:v>149.90180439966935</c:v>
                </c:pt>
                <c:pt idx="200">
                  <c:v>150.2658247849613</c:v>
                </c:pt>
                <c:pt idx="201">
                  <c:v>150.63117275865443</c:v>
                </c:pt>
                <c:pt idx="202">
                  <c:v>150.99785478424019</c:v>
                </c:pt>
                <c:pt idx="203">
                  <c:v>151.36587736462752</c:v>
                </c:pt>
                <c:pt idx="204">
                  <c:v>151.73524704236843</c:v>
                </c:pt>
                <c:pt idx="205">
                  <c:v>152.1059703999781</c:v>
                </c:pt>
                <c:pt idx="206">
                  <c:v>152.47805406025145</c:v>
                </c:pt>
                <c:pt idx="207">
                  <c:v>152.85150468651409</c:v>
                </c:pt>
                <c:pt idx="208">
                  <c:v>153.22632898294614</c:v>
                </c:pt>
                <c:pt idx="209">
                  <c:v>153.60253369488055</c:v>
                </c:pt>
                <c:pt idx="210">
                  <c:v>153.98012560910138</c:v>
                </c:pt>
                <c:pt idx="211">
                  <c:v>154.35911155414215</c:v>
                </c:pt>
                <c:pt idx="212">
                  <c:v>154.73949840065325</c:v>
                </c:pt>
                <c:pt idx="213">
                  <c:v>155.12129306158386</c:v>
                </c:pt>
                <c:pt idx="214">
                  <c:v>155.50450249266578</c:v>
                </c:pt>
                <c:pt idx="215">
                  <c:v>155.88913369255897</c:v>
                </c:pt>
                <c:pt idx="216">
                  <c:v>156.27519370334267</c:v>
                </c:pt>
                <c:pt idx="217">
                  <c:v>156.6626896106427</c:v>
                </c:pt>
                <c:pt idx="218">
                  <c:v>157.05162854418813</c:v>
                </c:pt>
                <c:pt idx="219">
                  <c:v>157.44201767787672</c:v>
                </c:pt>
                <c:pt idx="220">
                  <c:v>157.8338642303861</c:v>
                </c:pt>
                <c:pt idx="221">
                  <c:v>158.22717546523199</c:v>
                </c:pt>
                <c:pt idx="222">
                  <c:v>158.6219586913503</c:v>
                </c:pt>
                <c:pt idx="223">
                  <c:v>159.01822126321349</c:v>
                </c:pt>
                <c:pt idx="224">
                  <c:v>159.41597058140178</c:v>
                </c:pt>
                <c:pt idx="225">
                  <c:v>159.81521409271954</c:v>
                </c:pt>
                <c:pt idx="226">
                  <c:v>160.2159592907592</c:v>
                </c:pt>
                <c:pt idx="227">
                  <c:v>160.61821371602855</c:v>
                </c:pt>
                <c:pt idx="228">
                  <c:v>161.02198495655466</c:v>
                </c:pt>
                <c:pt idx="229">
                  <c:v>161.42728064799303</c:v>
                </c:pt>
                <c:pt idx="230">
                  <c:v>161.83410847421692</c:v>
                </c:pt>
                <c:pt idx="231">
                  <c:v>162.2424761674738</c:v>
                </c:pt>
                <c:pt idx="232">
                  <c:v>162.65239150892376</c:v>
                </c:pt>
                <c:pt idx="233">
                  <c:v>163.06386232889417</c:v>
                </c:pt>
                <c:pt idx="234">
                  <c:v>163.47689650732354</c:v>
                </c:pt>
                <c:pt idx="235">
                  <c:v>163.89150197410709</c:v>
                </c:pt>
                <c:pt idx="236">
                  <c:v>164.30768670946054</c:v>
                </c:pt>
                <c:pt idx="237">
                  <c:v>164.725458744364</c:v>
                </c:pt>
                <c:pt idx="238">
                  <c:v>165.14482616087844</c:v>
                </c:pt>
                <c:pt idx="239">
                  <c:v>165.56579709258585</c:v>
                </c:pt>
                <c:pt idx="240">
                  <c:v>165.98837972496767</c:v>
                </c:pt>
                <c:pt idx="241">
                  <c:v>166.41258229580853</c:v>
                </c:pt>
                <c:pt idx="242">
                  <c:v>166.8384130955601</c:v>
                </c:pt>
                <c:pt idx="243">
                  <c:v>167.2658804678249</c:v>
                </c:pt>
                <c:pt idx="244">
                  <c:v>167.69499280968375</c:v>
                </c:pt>
                <c:pt idx="245">
                  <c:v>168.12575857215779</c:v>
                </c:pt>
                <c:pt idx="246">
                  <c:v>168.55818626059408</c:v>
                </c:pt>
                <c:pt idx="247">
                  <c:v>168.99228443512038</c:v>
                </c:pt>
                <c:pt idx="248">
                  <c:v>169.4280617110453</c:v>
                </c:pt>
                <c:pt idx="249">
                  <c:v>169.86552675927669</c:v>
                </c:pt>
                <c:pt idx="250">
                  <c:v>170.30468830676546</c:v>
                </c:pt>
                <c:pt idx="251">
                  <c:v>170.74555513695668</c:v>
                </c:pt>
                <c:pt idx="252">
                  <c:v>171.18813609021163</c:v>
                </c:pt>
                <c:pt idx="253">
                  <c:v>171.63244006423338</c:v>
                </c:pt>
                <c:pt idx="254">
                  <c:v>172.0784760145616</c:v>
                </c:pt>
                <c:pt idx="255">
                  <c:v>172.52625295495818</c:v>
                </c:pt>
                <c:pt idx="256">
                  <c:v>172.97577995794563</c:v>
                </c:pt>
                <c:pt idx="257">
                  <c:v>173.42706615515635</c:v>
                </c:pt>
                <c:pt idx="258">
                  <c:v>173.8801207379729</c:v>
                </c:pt>
                <c:pt idx="259">
                  <c:v>174.33495295772445</c:v>
                </c:pt>
                <c:pt idx="260">
                  <c:v>174.79157212647988</c:v>
                </c:pt>
                <c:pt idx="261">
                  <c:v>175.24998761722236</c:v>
                </c:pt>
                <c:pt idx="262">
                  <c:v>175.71020886462793</c:v>
                </c:pt>
                <c:pt idx="263">
                  <c:v>176.17224536518916</c:v>
                </c:pt>
                <c:pt idx="264">
                  <c:v>176.63610667813919</c:v>
                </c:pt>
                <c:pt idx="265">
                  <c:v>177.10180242551723</c:v>
                </c:pt>
                <c:pt idx="266">
                  <c:v>177.5693422930126</c:v>
                </c:pt>
                <c:pt idx="267">
                  <c:v>178.03873603020475</c:v>
                </c:pt>
                <c:pt idx="268">
                  <c:v>178.50999345132004</c:v>
                </c:pt>
                <c:pt idx="269">
                  <c:v>178.98312443546456</c:v>
                </c:pt>
                <c:pt idx="270">
                  <c:v>179.45813892745355</c:v>
                </c:pt>
                <c:pt idx="271">
                  <c:v>179.93504693799332</c:v>
                </c:pt>
                <c:pt idx="272">
                  <c:v>180.41385854458349</c:v>
                </c:pt>
                <c:pt idx="273">
                  <c:v>180.89458389166975</c:v>
                </c:pt>
                <c:pt idx="274">
                  <c:v>181.37723319152428</c:v>
                </c:pt>
                <c:pt idx="275">
                  <c:v>181.86181672446401</c:v>
                </c:pt>
                <c:pt idx="276">
                  <c:v>182.34834483974555</c:v>
                </c:pt>
                <c:pt idx="277">
                  <c:v>182.83682795576897</c:v>
                </c:pt>
                <c:pt idx="278">
                  <c:v>183.32727656092902</c:v>
                </c:pt>
                <c:pt idx="279">
                  <c:v>183.81970121393533</c:v>
                </c:pt>
                <c:pt idx="280">
                  <c:v>184.31411254463455</c:v>
                </c:pt>
                <c:pt idx="281">
                  <c:v>184.81052125428687</c:v>
                </c:pt>
                <c:pt idx="282">
                  <c:v>185.30893811643909</c:v>
                </c:pt>
                <c:pt idx="283">
                  <c:v>185.80937397729576</c:v>
                </c:pt>
                <c:pt idx="284">
                  <c:v>186.31183975641761</c:v>
                </c:pt>
                <c:pt idx="285">
                  <c:v>186.81634644728911</c:v>
                </c:pt>
                <c:pt idx="286">
                  <c:v>187.32290511789324</c:v>
                </c:pt>
                <c:pt idx="287">
                  <c:v>187.83152691136638</c:v>
                </c:pt>
                <c:pt idx="288">
                  <c:v>188.34222304658033</c:v>
                </c:pt>
                <c:pt idx="289">
                  <c:v>188.85500481876807</c:v>
                </c:pt>
                <c:pt idx="290">
                  <c:v>189.36988360014948</c:v>
                </c:pt>
                <c:pt idx="291">
                  <c:v>189.88687084054254</c:v>
                </c:pt>
                <c:pt idx="292">
                  <c:v>190.40597806807637</c:v>
                </c:pt>
                <c:pt idx="293">
                  <c:v>190.92721688969323</c:v>
                </c:pt>
                <c:pt idx="294">
                  <c:v>191.45059899193438</c:v>
                </c:pt>
                <c:pt idx="295">
                  <c:v>191.97613614155125</c:v>
                </c:pt>
                <c:pt idx="296">
                  <c:v>192.50384018608747</c:v>
                </c:pt>
                <c:pt idx="297">
                  <c:v>193.03372305470839</c:v>
                </c:pt>
                <c:pt idx="298">
                  <c:v>193.56579675870307</c:v>
                </c:pt>
                <c:pt idx="299">
                  <c:v>194.10007339229196</c:v>
                </c:pt>
                <c:pt idx="300">
                  <c:v>194.63656513324531</c:v>
                </c:pt>
                <c:pt idx="301">
                  <c:v>195.17528424360353</c:v>
                </c:pt>
                <c:pt idx="302">
                  <c:v>195.71624307036109</c:v>
                </c:pt>
                <c:pt idx="303">
                  <c:v>196.25945404622325</c:v>
                </c:pt>
                <c:pt idx="304">
                  <c:v>196.80492969022453</c:v>
                </c:pt>
                <c:pt idx="305">
                  <c:v>197.3526826085581</c:v>
                </c:pt>
                <c:pt idx="306">
                  <c:v>197.90272549522342</c:v>
                </c:pt>
                <c:pt idx="307">
                  <c:v>198.45507113281928</c:v>
                </c:pt>
                <c:pt idx="308">
                  <c:v>199.0097323932423</c:v>
                </c:pt>
                <c:pt idx="309">
                  <c:v>199.56672223841451</c:v>
                </c:pt>
                <c:pt idx="310">
                  <c:v>200.12605372120015</c:v>
                </c:pt>
                <c:pt idx="311">
                  <c:v>200.6877399858713</c:v>
                </c:pt>
                <c:pt idx="312">
                  <c:v>201.25179426926479</c:v>
                </c:pt>
                <c:pt idx="313">
                  <c:v>201.81822990115325</c:v>
                </c:pt>
                <c:pt idx="314">
                  <c:v>202.38706030543108</c:v>
                </c:pt>
                <c:pt idx="315">
                  <c:v>202.9582990005074</c:v>
                </c:pt>
                <c:pt idx="316">
                  <c:v>203.53195960055018</c:v>
                </c:pt>
                <c:pt idx="317">
                  <c:v>204.10805581579916</c:v>
                </c:pt>
                <c:pt idx="318">
                  <c:v>204.68660145392641</c:v>
                </c:pt>
                <c:pt idx="319">
                  <c:v>205.26761042034195</c:v>
                </c:pt>
                <c:pt idx="320">
                  <c:v>205.85109671946702</c:v>
                </c:pt>
                <c:pt idx="321">
                  <c:v>206.43707445522159</c:v>
                </c:pt>
                <c:pt idx="322">
                  <c:v>207.02555783219577</c:v>
                </c:pt>
                <c:pt idx="323">
                  <c:v>207.61656115619553</c:v>
                </c:pt>
                <c:pt idx="324">
                  <c:v>208.21009883545048</c:v>
                </c:pt>
                <c:pt idx="325">
                  <c:v>208.80618538111594</c:v>
                </c:pt>
                <c:pt idx="326">
                  <c:v>209.40483540854621</c:v>
                </c:pt>
                <c:pt idx="327">
                  <c:v>210.00606363784027</c:v>
                </c:pt>
                <c:pt idx="328">
                  <c:v>210.60988489504962</c:v>
                </c:pt>
                <c:pt idx="329">
                  <c:v>211.21631411279668</c:v>
                </c:pt>
                <c:pt idx="330">
                  <c:v>211.82536633154814</c:v>
                </c:pt>
                <c:pt idx="331">
                  <c:v>212.43705670011695</c:v>
                </c:pt>
                <c:pt idx="332">
                  <c:v>213.05140047707391</c:v>
                </c:pt>
                <c:pt idx="333">
                  <c:v>213.66841303125693</c:v>
                </c:pt>
                <c:pt idx="334">
                  <c:v>214.2881098430953</c:v>
                </c:pt>
                <c:pt idx="335">
                  <c:v>214.91050650534453</c:v>
                </c:pt>
                <c:pt idx="336">
                  <c:v>215.53561872414866</c:v>
                </c:pt>
                <c:pt idx="337">
                  <c:v>216.16346232006617</c:v>
                </c:pt>
                <c:pt idx="338">
                  <c:v>216.79405322901584</c:v>
                </c:pt>
                <c:pt idx="339">
                  <c:v>217.4274075032954</c:v>
                </c:pt>
                <c:pt idx="340">
                  <c:v>218.06354131263652</c:v>
                </c:pt>
                <c:pt idx="341">
                  <c:v>218.70247094517981</c:v>
                </c:pt>
                <c:pt idx="342">
                  <c:v>219.34421280860261</c:v>
                </c:pt>
                <c:pt idx="343">
                  <c:v>219.98878343107208</c:v>
                </c:pt>
                <c:pt idx="344">
                  <c:v>220.63619946239487</c:v>
                </c:pt>
                <c:pt idx="345">
                  <c:v>221.28647767505026</c:v>
                </c:pt>
                <c:pt idx="346">
                  <c:v>221.93963496526703</c:v>
                </c:pt>
                <c:pt idx="347">
                  <c:v>222.59568835412938</c:v>
                </c:pt>
                <c:pt idx="348">
                  <c:v>223.25465498875565</c:v>
                </c:pt>
                <c:pt idx="349">
                  <c:v>223.91655214328057</c:v>
                </c:pt>
                <c:pt idx="350">
                  <c:v>224.58139722009219</c:v>
                </c:pt>
                <c:pt idx="351">
                  <c:v>225.24920775098144</c:v>
                </c:pt>
                <c:pt idx="352">
                  <c:v>225.92000139820448</c:v>
                </c:pt>
                <c:pt idx="353">
                  <c:v>226.59379595573409</c:v>
                </c:pt>
                <c:pt idx="354">
                  <c:v>227.27060935043119</c:v>
                </c:pt>
                <c:pt idx="355">
                  <c:v>227.95045964320889</c:v>
                </c:pt>
                <c:pt idx="356">
                  <c:v>228.63336503026221</c:v>
                </c:pt>
                <c:pt idx="357">
                  <c:v>229.31934384421766</c:v>
                </c:pt>
                <c:pt idx="358">
                  <c:v>230.0084145555229</c:v>
                </c:pt>
                <c:pt idx="359">
                  <c:v>230.70059577346547</c:v>
                </c:pt>
                <c:pt idx="360">
                  <c:v>231.39590624764969</c:v>
                </c:pt>
                <c:pt idx="361">
                  <c:v>232.09436486910272</c:v>
                </c:pt>
                <c:pt idx="362">
                  <c:v>232.79599067167874</c:v>
                </c:pt>
                <c:pt idx="363">
                  <c:v>233.50080283321586</c:v>
                </c:pt>
                <c:pt idx="364">
                  <c:v>234.20882067704224</c:v>
                </c:pt>
                <c:pt idx="365">
                  <c:v>234.92006367306021</c:v>
                </c:pt>
                <c:pt idx="366">
                  <c:v>235.63455143933243</c:v>
                </c:pt>
                <c:pt idx="367">
                  <c:v>236.35230374321691</c:v>
                </c:pt>
                <c:pt idx="368">
                  <c:v>237.07334050291684</c:v>
                </c:pt>
                <c:pt idx="369">
                  <c:v>237.79768178868835</c:v>
                </c:pt>
                <c:pt idx="370">
                  <c:v>238.52534782443399</c:v>
                </c:pt>
                <c:pt idx="371">
                  <c:v>239.25635898885957</c:v>
                </c:pt>
                <c:pt idx="372">
                  <c:v>239.99073581723496</c:v>
                </c:pt>
                <c:pt idx="373">
                  <c:v>240.72849900246365</c:v>
                </c:pt>
                <c:pt idx="374">
                  <c:v>241.46966939688718</c:v>
                </c:pt>
                <c:pt idx="375">
                  <c:v>242.21426801344933</c:v>
                </c:pt>
                <c:pt idx="376">
                  <c:v>242.96231602748594</c:v>
                </c:pt>
                <c:pt idx="377">
                  <c:v>243.71383477791824</c:v>
                </c:pt>
                <c:pt idx="378">
                  <c:v>244.46884576910088</c:v>
                </c:pt>
                <c:pt idx="379">
                  <c:v>245.22737067202252</c:v>
                </c:pt>
                <c:pt idx="380">
                  <c:v>245.98943132621207</c:v>
                </c:pt>
                <c:pt idx="381">
                  <c:v>246.75504974095384</c:v>
                </c:pt>
                <c:pt idx="382">
                  <c:v>247.52424809722288</c:v>
                </c:pt>
                <c:pt idx="383">
                  <c:v>248.29704874895833</c:v>
                </c:pt>
                <c:pt idx="384">
                  <c:v>249.07347422499151</c:v>
                </c:pt>
                <c:pt idx="385">
                  <c:v>249.85354723047931</c:v>
                </c:pt>
                <c:pt idx="386">
                  <c:v>250.637290648614</c:v>
                </c:pt>
                <c:pt idx="387">
                  <c:v>251.42472754240589</c:v>
                </c:pt>
                <c:pt idx="388">
                  <c:v>252.21588115618215</c:v>
                </c:pt>
                <c:pt idx="389">
                  <c:v>253.01077491751494</c:v>
                </c:pt>
                <c:pt idx="390">
                  <c:v>253.80943243880029</c:v>
                </c:pt>
                <c:pt idx="391">
                  <c:v>254.61187751906255</c:v>
                </c:pt>
                <c:pt idx="392">
                  <c:v>255.41813414578064</c:v>
                </c:pt>
                <c:pt idx="393">
                  <c:v>256.2282264965761</c:v>
                </c:pt>
                <c:pt idx="394">
                  <c:v>257.04217894111935</c:v>
                </c:pt>
                <c:pt idx="395">
                  <c:v>257.86001604290504</c:v>
                </c:pt>
                <c:pt idx="396">
                  <c:v>258.68176256113657</c:v>
                </c:pt>
                <c:pt idx="397">
                  <c:v>259.50744345255953</c:v>
                </c:pt>
                <c:pt idx="398">
                  <c:v>260.33708387344086</c:v>
                </c:pt>
                <c:pt idx="399">
                  <c:v>261.17070918138052</c:v>
                </c:pt>
                <c:pt idx="400">
                  <c:v>262.00834493733419</c:v>
                </c:pt>
                <c:pt idx="401">
                  <c:v>262.85001690747595</c:v>
                </c:pt>
                <c:pt idx="402">
                  <c:v>263.69575106530829</c:v>
                </c:pt>
                <c:pt idx="403">
                  <c:v>264.54557359356841</c:v>
                </c:pt>
                <c:pt idx="404">
                  <c:v>265.39951088630187</c:v>
                </c:pt>
                <c:pt idx="405">
                  <c:v>266.25758955084893</c:v>
                </c:pt>
                <c:pt idx="406">
                  <c:v>267.11983641001279</c:v>
                </c:pt>
                <c:pt idx="407">
                  <c:v>267.98627850407502</c:v>
                </c:pt>
                <c:pt idx="408">
                  <c:v>268.85694309296377</c:v>
                </c:pt>
                <c:pt idx="409">
                  <c:v>269.73185765837843</c:v>
                </c:pt>
                <c:pt idx="410">
                  <c:v>270.61104990594322</c:v>
                </c:pt>
                <c:pt idx="411">
                  <c:v>271.49454776744824</c:v>
                </c:pt>
                <c:pt idx="412">
                  <c:v>272.38237940301769</c:v>
                </c:pt>
                <c:pt idx="413">
                  <c:v>273.27457320333633</c:v>
                </c:pt>
                <c:pt idx="414">
                  <c:v>274.1711577920214</c:v>
                </c:pt>
                <c:pt idx="415">
                  <c:v>275.07216202786367</c:v>
                </c:pt>
                <c:pt idx="416">
                  <c:v>275.97761500705383</c:v>
                </c:pt>
                <c:pt idx="417">
                  <c:v>276.8875460656418</c:v>
                </c:pt>
                <c:pt idx="418">
                  <c:v>277.801984781996</c:v>
                </c:pt>
                <c:pt idx="419">
                  <c:v>278.72096097892791</c:v>
                </c:pt>
                <c:pt idx="420">
                  <c:v>279.64450472644239</c:v>
                </c:pt>
                <c:pt idx="421">
                  <c:v>280.5726463439787</c:v>
                </c:pt>
                <c:pt idx="422">
                  <c:v>281.50541640289885</c:v>
                </c:pt>
                <c:pt idx="423">
                  <c:v>282.4428457292961</c:v>
                </c:pt>
                <c:pt idx="424">
                  <c:v>283.38496540610504</c:v>
                </c:pt>
                <c:pt idx="425">
                  <c:v>284.33180677599739</c:v>
                </c:pt>
                <c:pt idx="426">
                  <c:v>285.28340144378308</c:v>
                </c:pt>
                <c:pt idx="427">
                  <c:v>286.2397812793788</c:v>
                </c:pt>
                <c:pt idx="428">
                  <c:v>287.20097842001996</c:v>
                </c:pt>
                <c:pt idx="429">
                  <c:v>288.16702527327288</c:v>
                </c:pt>
                <c:pt idx="430">
                  <c:v>289.13795451963961</c:v>
                </c:pt>
                <c:pt idx="431">
                  <c:v>290.11379911554104</c:v>
                </c:pt>
                <c:pt idx="432">
                  <c:v>291.09459229567437</c:v>
                </c:pt>
                <c:pt idx="433">
                  <c:v>292.08036757634545</c:v>
                </c:pt>
                <c:pt idx="434">
                  <c:v>293.07115875784075</c:v>
                </c:pt>
                <c:pt idx="435">
                  <c:v>294.06699992789072</c:v>
                </c:pt>
                <c:pt idx="436">
                  <c:v>295.06792546399811</c:v>
                </c:pt>
                <c:pt idx="437">
                  <c:v>296.07397003691585</c:v>
                </c:pt>
                <c:pt idx="438">
                  <c:v>297.08516861319367</c:v>
                </c:pt>
                <c:pt idx="439">
                  <c:v>298.10155645868508</c:v>
                </c:pt>
                <c:pt idx="440">
                  <c:v>299.12316914129769</c:v>
                </c:pt>
                <c:pt idx="441">
                  <c:v>300.15004253419465</c:v>
                </c:pt>
                <c:pt idx="442">
                  <c:v>301.18221281882143</c:v>
                </c:pt>
                <c:pt idx="443">
                  <c:v>302.21971648844192</c:v>
                </c:pt>
                <c:pt idx="444">
                  <c:v>303.26259035104886</c:v>
                </c:pt>
                <c:pt idx="445">
                  <c:v>304.31087153265253</c:v>
                </c:pt>
                <c:pt idx="446">
                  <c:v>305.36459748067136</c:v>
                </c:pt>
                <c:pt idx="447">
                  <c:v>306.42380596727889</c:v>
                </c:pt>
                <c:pt idx="448">
                  <c:v>307.4885350928962</c:v>
                </c:pt>
                <c:pt idx="449">
                  <c:v>308.55882328924781</c:v>
                </c:pt>
                <c:pt idx="450">
                  <c:v>309.63470932315977</c:v>
                </c:pt>
                <c:pt idx="451">
                  <c:v>310.71623230002297</c:v>
                </c:pt>
                <c:pt idx="452">
                  <c:v>311.80343166740204</c:v>
                </c:pt>
                <c:pt idx="453">
                  <c:v>312.89634721826587</c:v>
                </c:pt>
                <c:pt idx="454">
                  <c:v>313.99501909509127</c:v>
                </c:pt>
                <c:pt idx="455">
                  <c:v>315.09948779331171</c:v>
                </c:pt>
                <c:pt idx="456">
                  <c:v>316.20979416511545</c:v>
                </c:pt>
                <c:pt idx="457">
                  <c:v>317.32597942318534</c:v>
                </c:pt>
                <c:pt idx="458">
                  <c:v>318.44808514443866</c:v>
                </c:pt>
                <c:pt idx="459">
                  <c:v>319.57615327410167</c:v>
                </c:pt>
                <c:pt idx="460">
                  <c:v>320.71022612966772</c:v>
                </c:pt>
                <c:pt idx="461">
                  <c:v>321.85034640440426</c:v>
                </c:pt>
                <c:pt idx="462">
                  <c:v>322.99655717184942</c:v>
                </c:pt>
                <c:pt idx="463">
                  <c:v>324.14890188979916</c:v>
                </c:pt>
                <c:pt idx="464">
                  <c:v>325.30742440420727</c:v>
                </c:pt>
                <c:pt idx="465">
                  <c:v>326.47216895371093</c:v>
                </c:pt>
                <c:pt idx="466">
                  <c:v>327.64318017328333</c:v>
                </c:pt>
                <c:pt idx="467">
                  <c:v>328.82050309919578</c:v>
                </c:pt>
                <c:pt idx="468">
                  <c:v>330.00418317288859</c:v>
                </c:pt>
                <c:pt idx="469">
                  <c:v>331.194266245584</c:v>
                </c:pt>
                <c:pt idx="470">
                  <c:v>332.39079858234618</c:v>
                </c:pt>
                <c:pt idx="471">
                  <c:v>333.59382686726167</c:v>
                </c:pt>
                <c:pt idx="472">
                  <c:v>334.80339820723748</c:v>
                </c:pt>
                <c:pt idx="473">
                  <c:v>336.01956013731251</c:v>
                </c:pt>
                <c:pt idx="474">
                  <c:v>337.24236062460113</c:v>
                </c:pt>
                <c:pt idx="475">
                  <c:v>338.47184807367739</c:v>
                </c:pt>
                <c:pt idx="476">
                  <c:v>339.70807133096969</c:v>
                </c:pt>
                <c:pt idx="477">
                  <c:v>340.9510796899558</c:v>
                </c:pt>
                <c:pt idx="478">
                  <c:v>342.20092289539753</c:v>
                </c:pt>
                <c:pt idx="479">
                  <c:v>343.45765114927781</c:v>
                </c:pt>
                <c:pt idx="480">
                  <c:v>344.72131511497719</c:v>
                </c:pt>
                <c:pt idx="481">
                  <c:v>345.99196592307999</c:v>
                </c:pt>
                <c:pt idx="482">
                  <c:v>347.26965517578356</c:v>
                </c:pt>
                <c:pt idx="483">
                  <c:v>348.55443495292275</c:v>
                </c:pt>
                <c:pt idx="484">
                  <c:v>349.84635781677207</c:v>
                </c:pt>
                <c:pt idx="485">
                  <c:v>351.14547681766271</c:v>
                </c:pt>
                <c:pt idx="486">
                  <c:v>352.45184549913392</c:v>
                </c:pt>
                <c:pt idx="487">
                  <c:v>353.76551790382655</c:v>
                </c:pt>
                <c:pt idx="488">
                  <c:v>355.08654857886722</c:v>
                </c:pt>
                <c:pt idx="489">
                  <c:v>356.41499258154363</c:v>
                </c:pt>
                <c:pt idx="490">
                  <c:v>357.75090548497974</c:v>
                </c:pt>
                <c:pt idx="491">
                  <c:v>359.09434338418941</c:v>
                </c:pt>
                <c:pt idx="492">
                  <c:v>360.44536290167889</c:v>
                </c:pt>
                <c:pt idx="493">
                  <c:v>361.80402119348582</c:v>
                </c:pt>
                <c:pt idx="494">
                  <c:v>363.17037595549482</c:v>
                </c:pt>
                <c:pt idx="495">
                  <c:v>364.54448542906903</c:v>
                </c:pt>
                <c:pt idx="496">
                  <c:v>365.92640840774402</c:v>
                </c:pt>
                <c:pt idx="497">
                  <c:v>367.31620424317953</c:v>
                </c:pt>
                <c:pt idx="498">
                  <c:v>368.71393285169324</c:v>
                </c:pt>
                <c:pt idx="499">
                  <c:v>370.11965472069278</c:v>
                </c:pt>
                <c:pt idx="500">
                  <c:v>371.53343091518036</c:v>
                </c:pt>
                <c:pt idx="501">
                  <c:v>372.95532308444672</c:v>
                </c:pt>
                <c:pt idx="502">
                  <c:v>374.3853934686922</c:v>
                </c:pt>
                <c:pt idx="503">
                  <c:v>375.82370490602625</c:v>
                </c:pt>
                <c:pt idx="504">
                  <c:v>377.27032083908853</c:v>
                </c:pt>
                <c:pt idx="505">
                  <c:v>378.72530532231031</c:v>
                </c:pt>
                <c:pt idx="506">
                  <c:v>380.18872302888485</c:v>
                </c:pt>
                <c:pt idx="507">
                  <c:v>381.66063925789786</c:v>
                </c:pt>
                <c:pt idx="508">
                  <c:v>383.14111994182167</c:v>
                </c:pt>
                <c:pt idx="509">
                  <c:v>384.63023165361665</c:v>
                </c:pt>
                <c:pt idx="510">
                  <c:v>386.12804161439999</c:v>
                </c:pt>
                <c:pt idx="511">
                  <c:v>387.63461770102731</c:v>
                </c:pt>
                <c:pt idx="512">
                  <c:v>389.15002845373238</c:v>
                </c:pt>
                <c:pt idx="513">
                  <c:v>390.67434308395605</c:v>
                </c:pt>
                <c:pt idx="514">
                  <c:v>392.20763148200058</c:v>
                </c:pt>
                <c:pt idx="515">
                  <c:v>393.74996422576078</c:v>
                </c:pt>
                <c:pt idx="516">
                  <c:v>395.30141258785443</c:v>
                </c:pt>
                <c:pt idx="517">
                  <c:v>396.86204854464449</c:v>
                </c:pt>
                <c:pt idx="518">
                  <c:v>398.43194478406804</c:v>
                </c:pt>
                <c:pt idx="519">
                  <c:v>400.01117471471662</c:v>
                </c:pt>
                <c:pt idx="520">
                  <c:v>401.59981247359246</c:v>
                </c:pt>
                <c:pt idx="521">
                  <c:v>403.19793293555267</c:v>
                </c:pt>
                <c:pt idx="522">
                  <c:v>404.80561172158923</c:v>
                </c:pt>
                <c:pt idx="523">
                  <c:v>406.42292520830233</c:v>
                </c:pt>
                <c:pt idx="524">
                  <c:v>408.04995053645689</c:v>
                </c:pt>
                <c:pt idx="525">
                  <c:v>409.68676562054316</c:v>
                </c:pt>
                <c:pt idx="526">
                  <c:v>411.33344915768248</c:v>
                </c:pt>
                <c:pt idx="527">
                  <c:v>412.99008063790097</c:v>
                </c:pt>
                <c:pt idx="528">
                  <c:v>414.65674035268603</c:v>
                </c:pt>
                <c:pt idx="529">
                  <c:v>416.33350940550736</c:v>
                </c:pt>
                <c:pt idx="530">
                  <c:v>418.02046972121752</c:v>
                </c:pt>
                <c:pt idx="531">
                  <c:v>419.71770405652933</c:v>
                </c:pt>
                <c:pt idx="532">
                  <c:v>421.42529600953276</c:v>
                </c:pt>
                <c:pt idx="533">
                  <c:v>423.14333003057982</c:v>
                </c:pt>
                <c:pt idx="534">
                  <c:v>424.8718914322817</c:v>
                </c:pt>
                <c:pt idx="535">
                  <c:v>426.61106640059734</c:v>
                </c:pt>
                <c:pt idx="536">
                  <c:v>428.3609420049761</c:v>
                </c:pt>
                <c:pt idx="537">
                  <c:v>430.12160620973737</c:v>
                </c:pt>
                <c:pt idx="538">
                  <c:v>431.89314788476622</c:v>
                </c:pt>
                <c:pt idx="539">
                  <c:v>433.67565681716951</c:v>
                </c:pt>
                <c:pt idx="540">
                  <c:v>435.46922372220433</c:v>
                </c:pt>
                <c:pt idx="541">
                  <c:v>437.27394025512331</c:v>
                </c:pt>
                <c:pt idx="542">
                  <c:v>439.08989902251051</c:v>
                </c:pt>
                <c:pt idx="543">
                  <c:v>440.91719359473791</c:v>
                </c:pt>
                <c:pt idx="544">
                  <c:v>442.75591851766512</c:v>
                </c:pt>
                <c:pt idx="545">
                  <c:v>444.60616932468838</c:v>
                </c:pt>
                <c:pt idx="546">
                  <c:v>446.46804254942981</c:v>
                </c:pt>
                <c:pt idx="547">
                  <c:v>448.34163573841215</c:v>
                </c:pt>
                <c:pt idx="548">
                  <c:v>450.22704746364616</c:v>
                </c:pt>
                <c:pt idx="549">
                  <c:v>452.12437733555271</c:v>
                </c:pt>
                <c:pt idx="550">
                  <c:v>454.03372601616138</c:v>
                </c:pt>
                <c:pt idx="551">
                  <c:v>455.9551952326583</c:v>
                </c:pt>
                <c:pt idx="552">
                  <c:v>457.88888779075933</c:v>
                </c:pt>
                <c:pt idx="553">
                  <c:v>459.83490758841799</c:v>
                </c:pt>
                <c:pt idx="554">
                  <c:v>461.7933596297953</c:v>
                </c:pt>
                <c:pt idx="555">
                  <c:v>463.76435003957886</c:v>
                </c:pt>
                <c:pt idx="556">
                  <c:v>465.74798607738921</c:v>
                </c:pt>
                <c:pt idx="557">
                  <c:v>467.74437615195347</c:v>
                </c:pt>
                <c:pt idx="558">
                  <c:v>469.75362983628293</c:v>
                </c:pt>
                <c:pt idx="559">
                  <c:v>471.77585788285069</c:v>
                </c:pt>
                <c:pt idx="560">
                  <c:v>473.81117223847832</c:v>
                </c:pt>
                <c:pt idx="561">
                  <c:v>475.85968605993548</c:v>
                </c:pt>
                <c:pt idx="562">
                  <c:v>477.92151372974331</c:v>
                </c:pt>
                <c:pt idx="563">
                  <c:v>479.99677087221062</c:v>
                </c:pt>
                <c:pt idx="564">
                  <c:v>482.08557436942647</c:v>
                </c:pt>
                <c:pt idx="565">
                  <c:v>484.18804237815493</c:v>
                </c:pt>
                <c:pt idx="566">
                  <c:v>486.30429434566759</c:v>
                </c:pt>
                <c:pt idx="567">
                  <c:v>488.43445102777332</c:v>
                </c:pt>
                <c:pt idx="568">
                  <c:v>490.57863450530567</c:v>
                </c:pt>
                <c:pt idx="569">
                  <c:v>492.73696820209443</c:v>
                </c:pt>
                <c:pt idx="570">
                  <c:v>494.90957690206415</c:v>
                </c:pt>
                <c:pt idx="571">
                  <c:v>497.09658676812251</c:v>
                </c:pt>
                <c:pt idx="572">
                  <c:v>499.29812535978272</c:v>
                </c:pt>
                <c:pt idx="573">
                  <c:v>501.51432165229926</c:v>
                </c:pt>
                <c:pt idx="574">
                  <c:v>503.7453060548869</c:v>
                </c:pt>
                <c:pt idx="575">
                  <c:v>505.99121043064224</c:v>
                </c:pt>
                <c:pt idx="576">
                  <c:v>508.25216811557766</c:v>
                </c:pt>
                <c:pt idx="577">
                  <c:v>510.52831393864471</c:v>
                </c:pt>
                <c:pt idx="578">
                  <c:v>512.81978424142289</c:v>
                </c:pt>
                <c:pt idx="579">
                  <c:v>515.12671689911804</c:v>
                </c:pt>
                <c:pt idx="580">
                  <c:v>517.44925134093501</c:v>
                </c:pt>
                <c:pt idx="581">
                  <c:v>519.78752857130894</c:v>
                </c:pt>
                <c:pt idx="582">
                  <c:v>522.14169119093276</c:v>
                </c:pt>
                <c:pt idx="583">
                  <c:v>524.51188341915258</c:v>
                </c:pt>
                <c:pt idx="584">
                  <c:v>526.89825111540267</c:v>
                </c:pt>
                <c:pt idx="585">
                  <c:v>529.30094180235756</c:v>
                </c:pt>
                <c:pt idx="586">
                  <c:v>531.72010468773078</c:v>
                </c:pt>
                <c:pt idx="587">
                  <c:v>534.15589068844565</c:v>
                </c:pt>
                <c:pt idx="588">
                  <c:v>536.60845245371456</c:v>
                </c:pt>
                <c:pt idx="589">
                  <c:v>539.07794438878773</c:v>
                </c:pt>
                <c:pt idx="590">
                  <c:v>541.56452267966233</c:v>
                </c:pt>
                <c:pt idx="591">
                  <c:v>544.06834531750064</c:v>
                </c:pt>
                <c:pt idx="592">
                  <c:v>546.58957212377572</c:v>
                </c:pt>
                <c:pt idx="593">
                  <c:v>549.12836477582459</c:v>
                </c:pt>
                <c:pt idx="594">
                  <c:v>551.68488683277974</c:v>
                </c:pt>
                <c:pt idx="595">
                  <c:v>554.25930376187898</c:v>
                </c:pt>
                <c:pt idx="596">
                  <c:v>556.85178296512458</c:v>
                </c:pt>
                <c:pt idx="597">
                  <c:v>559.46249380678637</c:v>
                </c:pt>
                <c:pt idx="598">
                  <c:v>562.09160764081753</c:v>
                </c:pt>
                <c:pt idx="599">
                  <c:v>564.73929783891072</c:v>
                </c:pt>
                <c:pt idx="600">
                  <c:v>567.40573981954367</c:v>
                </c:pt>
                <c:pt idx="601">
                  <c:v>570.09111107635545</c:v>
                </c:pt>
                <c:pt idx="602">
                  <c:v>572.79559120818158</c:v>
                </c:pt>
                <c:pt idx="603">
                  <c:v>575.51936194906011</c:v>
                </c:pt>
                <c:pt idx="604">
                  <c:v>578.2626071984705</c:v>
                </c:pt>
                <c:pt idx="605">
                  <c:v>581.02551305253292</c:v>
                </c:pt>
                <c:pt idx="606">
                  <c:v>583.80826783570228</c:v>
                </c:pt>
                <c:pt idx="607">
                  <c:v>586.61106213275343</c:v>
                </c:pt>
                <c:pt idx="608">
                  <c:v>589.43408882126096</c:v>
                </c:pt>
                <c:pt idx="609">
                  <c:v>592.27754310501041</c:v>
                </c:pt>
                <c:pt idx="610">
                  <c:v>595.14162254767143</c:v>
                </c:pt>
                <c:pt idx="611">
                  <c:v>598.02652710705297</c:v>
                </c:pt>
                <c:pt idx="612">
                  <c:v>600.93245917008608</c:v>
                </c:pt>
                <c:pt idx="613">
                  <c:v>603.85962358833058</c:v>
                </c:pt>
                <c:pt idx="614">
                  <c:v>606.80822771391831</c:v>
                </c:pt>
                <c:pt idx="615">
                  <c:v>609.77848143648589</c:v>
                </c:pt>
                <c:pt idx="616">
                  <c:v>612.77059722039849</c:v>
                </c:pt>
                <c:pt idx="617">
                  <c:v>615.78479014281766</c:v>
                </c:pt>
                <c:pt idx="618">
                  <c:v>618.82127793211839</c:v>
                </c:pt>
                <c:pt idx="619">
                  <c:v>621.88028100781958</c:v>
                </c:pt>
                <c:pt idx="620">
                  <c:v>624.96202251981595</c:v>
                </c:pt>
                <c:pt idx="621">
                  <c:v>628.06672838953091</c:v>
                </c:pt>
                <c:pt idx="622">
                  <c:v>631.19462735104025</c:v>
                </c:pt>
                <c:pt idx="623">
                  <c:v>634.3459509939712</c:v>
                </c:pt>
                <c:pt idx="624">
                  <c:v>637.52093380512088</c:v>
                </c:pt>
                <c:pt idx="625">
                  <c:v>640.71981321307248</c:v>
                </c:pt>
                <c:pt idx="626">
                  <c:v>643.94282963205478</c:v>
                </c:pt>
                <c:pt idx="627">
                  <c:v>647.1902265077224</c:v>
                </c:pt>
                <c:pt idx="628">
                  <c:v>650.46225036226679</c:v>
                </c:pt>
                <c:pt idx="629">
                  <c:v>653.75915084194276</c:v>
                </c:pt>
                <c:pt idx="630">
                  <c:v>657.08118076407118</c:v>
                </c:pt>
                <c:pt idx="631">
                  <c:v>660.42859616636997</c:v>
                </c:pt>
                <c:pt idx="632">
                  <c:v>663.80165635526646</c:v>
                </c:pt>
                <c:pt idx="633">
                  <c:v>667.20062395688728</c:v>
                </c:pt>
                <c:pt idx="634">
                  <c:v>670.62576496764086</c:v>
                </c:pt>
                <c:pt idx="635">
                  <c:v>674.07734880695352</c:v>
                </c:pt>
                <c:pt idx="636">
                  <c:v>677.55564836942358</c:v>
                </c:pt>
                <c:pt idx="637">
                  <c:v>681.06094007927459</c:v>
                </c:pt>
                <c:pt idx="638">
                  <c:v>684.59350394504145</c:v>
                </c:pt>
                <c:pt idx="639">
                  <c:v>688.15362361609004</c:v>
                </c:pt>
                <c:pt idx="640">
                  <c:v>691.7415864384966</c:v>
                </c:pt>
                <c:pt idx="641">
                  <c:v>695.35768351392471</c:v>
                </c:pt>
                <c:pt idx="642">
                  <c:v>699.00220975818229</c:v>
                </c:pt>
                <c:pt idx="643">
                  <c:v>702.67546396172838</c:v>
                </c:pt>
                <c:pt idx="644">
                  <c:v>706.37774885067483</c:v>
                </c:pt>
                <c:pt idx="645">
                  <c:v>710.10937114921398</c:v>
                </c:pt>
                <c:pt idx="646">
                  <c:v>713.87064164277399</c:v>
                </c:pt>
                <c:pt idx="647">
                  <c:v>717.66187524364796</c:v>
                </c:pt>
                <c:pt idx="648">
                  <c:v>721.48339105618652</c:v>
                </c:pt>
                <c:pt idx="649">
                  <c:v>725.33551244394039</c:v>
                </c:pt>
                <c:pt idx="650">
                  <c:v>729.21856709822896</c:v>
                </c:pt>
                <c:pt idx="651">
                  <c:v>733.13288710813504</c:v>
                </c:pt>
                <c:pt idx="652">
                  <c:v>737.07880903111072</c:v>
                </c:pt>
                <c:pt idx="653">
                  <c:v>741.05667396532954</c:v>
                </c:pt>
                <c:pt idx="654">
                  <c:v>745.06682762349374</c:v>
                </c:pt>
                <c:pt idx="655">
                  <c:v>749.10962040803861</c:v>
                </c:pt>
                <c:pt idx="656">
                  <c:v>753.18540748790838</c:v>
                </c:pt>
                <c:pt idx="657">
                  <c:v>757.29454887573957</c:v>
                </c:pt>
                <c:pt idx="658">
                  <c:v>761.43740950807114</c:v>
                </c:pt>
                <c:pt idx="659">
                  <c:v>765.61435932631139</c:v>
                </c:pt>
                <c:pt idx="660">
                  <c:v>769.82577335939277</c:v>
                </c:pt>
                <c:pt idx="661">
                  <c:v>774.07203180735814</c:v>
                </c:pt>
                <c:pt idx="662">
                  <c:v>778.35352012753719</c:v>
                </c:pt>
                <c:pt idx="663">
                  <c:v>782.67062912252732</c:v>
                </c:pt>
                <c:pt idx="664">
                  <c:v>787.02375502884388</c:v>
                </c:pt>
                <c:pt idx="665">
                  <c:v>791.41329960757867</c:v>
                </c:pt>
                <c:pt idx="666">
                  <c:v>795.83967023750301</c:v>
                </c:pt>
                <c:pt idx="667">
                  <c:v>800.30328000985901</c:v>
                </c:pt>
                <c:pt idx="668">
                  <c:v>804.80454782416928</c:v>
                </c:pt>
                <c:pt idx="669">
                  <c:v>809.34389848701539</c:v>
                </c:pt>
                <c:pt idx="670">
                  <c:v>813.92176281145657</c:v>
                </c:pt>
                <c:pt idx="671">
                  <c:v>818.53857772046467</c:v>
                </c:pt>
                <c:pt idx="672">
                  <c:v>823.19478635012638</c:v>
                </c:pt>
                <c:pt idx="673">
                  <c:v>827.89083815683261</c:v>
                </c:pt>
                <c:pt idx="674">
                  <c:v>832.62718902452616</c:v>
                </c:pt>
                <c:pt idx="675">
                  <c:v>837.40430137686781</c:v>
                </c:pt>
                <c:pt idx="676">
                  <c:v>842.22264428908238</c:v>
                </c:pt>
                <c:pt idx="677">
                  <c:v>847.08269360350096</c:v>
                </c:pt>
                <c:pt idx="678">
                  <c:v>851.98493204658735</c:v>
                </c:pt>
                <c:pt idx="679">
                  <c:v>856.92984934957349</c:v>
                </c:pt>
                <c:pt idx="680">
                  <c:v>861.91794237022987</c:v>
                </c:pt>
                <c:pt idx="681">
                  <c:v>866.94971521795378</c:v>
                </c:pt>
                <c:pt idx="682">
                  <c:v>872.02567938051652</c:v>
                </c:pt>
                <c:pt idx="683">
                  <c:v>877.14635385511792</c:v>
                </c:pt>
                <c:pt idx="684">
                  <c:v>882.3122652801103</c:v>
                </c:pt>
                <c:pt idx="685">
                  <c:v>887.52394807120436</c:v>
                </c:pt>
                <c:pt idx="686">
                  <c:v>892.78194455854828</c:v>
                </c:pt>
                <c:pt idx="687">
                  <c:v>898.0868051291618</c:v>
                </c:pt>
                <c:pt idx="688">
                  <c:v>903.43908836998162</c:v>
                </c:pt>
                <c:pt idx="689">
                  <c:v>908.8393612159125</c:v>
                </c:pt>
                <c:pt idx="690">
                  <c:v>914.28819909819867</c:v>
                </c:pt>
                <c:pt idx="691">
                  <c:v>919.78618609992554</c:v>
                </c:pt>
                <c:pt idx="692">
                  <c:v>925.33391511076479</c:v>
                </c:pt>
                <c:pt idx="693">
                  <c:v>930.93198798812227</c:v>
                </c:pt>
                <c:pt idx="694">
                  <c:v>936.58101571921725</c:v>
                </c:pt>
                <c:pt idx="695">
                  <c:v>942.28161858883686</c:v>
                </c:pt>
                <c:pt idx="696">
                  <c:v>948.03442634880776</c:v>
                </c:pt>
                <c:pt idx="697">
                  <c:v>953.84007839253172</c:v>
                </c:pt>
                <c:pt idx="698">
                  <c:v>959.69922393219895</c:v>
                </c:pt>
                <c:pt idx="699">
                  <c:v>965.61252218065783</c:v>
                </c:pt>
                <c:pt idx="700">
                  <c:v>971.58064253660268</c:v>
                </c:pt>
                <c:pt idx="701">
                  <c:v>977.60426477409783</c:v>
                </c:pt>
                <c:pt idx="702">
                  <c:v>983.68407923620543</c:v>
                </c:pt>
                <c:pt idx="703">
                  <c:v>989.82078703260049</c:v>
                </c:pt>
                <c:pt idx="704">
                  <c:v>996.01510024207528</c:v>
                </c:pt>
                <c:pt idx="705">
                  <c:v>1002.2677421185945</c:v>
                </c:pt>
                <c:pt idx="706">
                  <c:v>1008.5794473030837</c:v>
                </c:pt>
                <c:pt idx="707">
                  <c:v>1014.9509620385361</c:v>
                </c:pt>
                <c:pt idx="708">
                  <c:v>1021.3830443910847</c:v>
                </c:pt>
                <c:pt idx="709">
                  <c:v>1027.8764644752373</c:v>
                </c:pt>
                <c:pt idx="710">
                  <c:v>1034.4320046846988</c:v>
                </c:pt>
                <c:pt idx="711">
                  <c:v>1041.0504599275591</c:v>
                </c:pt>
                <c:pt idx="712">
                  <c:v>1047.7326378678845</c:v>
                </c:pt>
                <c:pt idx="713">
                  <c:v>1054.4793591715861</c:v>
                </c:pt>
                <c:pt idx="714">
                  <c:v>1061.2914577587508</c:v>
                </c:pt>
                <c:pt idx="715">
                  <c:v>1068.1697810612677</c:v>
                </c:pt>
                <c:pt idx="716">
                  <c:v>1075.1151902862766</c:v>
                </c:pt>
                <c:pt idx="717">
                  <c:v>1082.1285606861347</c:v>
                </c:pt>
                <c:pt idx="718">
                  <c:v>1089.2107818330114</c:v>
                </c:pt>
                <c:pt idx="719">
                  <c:v>1096.36275790332</c:v>
                </c:pt>
                <c:pt idx="720">
                  <c:v>1103.5854079634591</c:v>
                </c:pt>
                <c:pt idx="721">
                  <c:v>1110.8796662673703</c:v>
                </c:pt>
                <c:pt idx="722">
                  <c:v>1118.2464825570059</c:v>
                </c:pt>
                <c:pt idx="723">
                  <c:v>1125.68682237342</c:v>
                </c:pt>
                <c:pt idx="724">
                  <c:v>1133.2016673709732</c:v>
                </c:pt>
                <c:pt idx="725">
                  <c:v>1140.7920156426844</c:v>
                </c:pt>
                <c:pt idx="726">
                  <c:v>1148.458882050676</c:v>
                </c:pt>
                <c:pt idx="727">
                  <c:v>1156.2032985669503</c:v>
                </c:pt>
                <c:pt idx="728">
                  <c:v>1164.0263146184734</c:v>
                </c:pt>
                <c:pt idx="729">
                  <c:v>1171.9289974446001</c:v>
                </c:pt>
                <c:pt idx="730">
                  <c:v>1179.9124324595905</c:v>
                </c:pt>
                <c:pt idx="731">
                  <c:v>1187.9777236274094</c:v>
                </c:pt>
                <c:pt idx="732">
                  <c:v>1196.1259938406001</c:v>
                </c:pt>
                <c:pt idx="733">
                  <c:v>1204.3583853136224</c:v>
                </c:pt>
                <c:pt idx="734">
                  <c:v>1212.6760599812551</c:v>
                </c:pt>
                <c:pt idx="735">
                  <c:v>1221.0801999108517</c:v>
                </c:pt>
                <c:pt idx="736">
                  <c:v>1229.5720077195438</c:v>
                </c:pt>
                <c:pt idx="737">
                  <c:v>1238.1527070070733</c:v>
                </c:pt>
                <c:pt idx="738">
                  <c:v>1246.8235427943873</c:v>
                </c:pt>
                <c:pt idx="739">
                  <c:v>1255.5857819777448</c:v>
                </c:pt>
                <c:pt idx="740">
                  <c:v>1264.4407137888775</c:v>
                </c:pt>
                <c:pt idx="741">
                  <c:v>1273.3896502713615</c:v>
                </c:pt>
                <c:pt idx="742">
                  <c:v>1282.4339267649921</c:v>
                </c:pt>
                <c:pt idx="743">
                  <c:v>1291.5749024054385</c:v>
                </c:pt>
                <c:pt idx="744">
                  <c:v>1300.813960634463</c:v>
                </c:pt>
                <c:pt idx="745">
                  <c:v>1310.152509722393</c:v>
                </c:pt>
                <c:pt idx="746">
                  <c:v>1319.5919833055814</c:v>
                </c:pt>
                <c:pt idx="747">
                  <c:v>1329.1338409371674</c:v>
                </c:pt>
                <c:pt idx="748">
                  <c:v>1338.7795686509926</c:v>
                </c:pt>
                <c:pt idx="749">
                  <c:v>1348.5306795391953</c:v>
                </c:pt>
                <c:pt idx="750">
                  <c:v>1358.3887143466272</c:v>
                </c:pt>
                <c:pt idx="751">
                  <c:v>1368.3552420798806</c:v>
                </c:pt>
                <c:pt idx="752">
                  <c:v>1378.4318606310408</c:v>
                </c:pt>
                <c:pt idx="753">
                  <c:v>1388.6201974175056</c:v>
                </c:pt>
                <c:pt idx="754">
                  <c:v>1398.9219100404298</c:v>
                </c:pt>
                <c:pt idx="755">
                  <c:v>1409.3386869582464</c:v>
                </c:pt>
                <c:pt idx="756">
                  <c:v>1419.8722481793957</c:v>
                </c:pt>
                <c:pt idx="757">
                  <c:v>1430.5243459704798</c:v>
                </c:pt>
                <c:pt idx="758">
                  <c:v>1441.2967655869434</c:v>
                </c:pt>
                <c:pt idx="759">
                  <c:v>1452.1913260206347</c:v>
                </c:pt>
                <c:pt idx="760">
                  <c:v>1463.209880767623</c:v>
                </c:pt>
                <c:pt idx="761">
                  <c:v>1474.3543186159804</c:v>
                </c:pt>
                <c:pt idx="762">
                  <c:v>1485.6265644560917</c:v>
                </c:pt>
                <c:pt idx="763">
                  <c:v>1497.0285801116261</c:v>
                </c:pt>
                <c:pt idx="764">
                  <c:v>1508.5623651937349</c:v>
                </c:pt>
                <c:pt idx="765">
                  <c:v>1520.2299579765531</c:v>
                </c:pt>
                <c:pt idx="766">
                  <c:v>1532.0334362984286</c:v>
                </c:pt>
                <c:pt idx="767">
                  <c:v>1543.9749184877728</c:v>
                </c:pt>
                <c:pt idx="768">
                  <c:v>1556.0565643125447</c:v>
                </c:pt>
                <c:pt idx="769">
                  <c:v>1568.2805759577313</c:v>
                </c:pt>
                <c:pt idx="770">
                  <c:v>1580.6491990274517</c:v>
                </c:pt>
                <c:pt idx="771">
                  <c:v>1593.164723578433</c:v>
                </c:pt>
                <c:pt idx="772">
                  <c:v>1605.829485178343</c:v>
                </c:pt>
                <c:pt idx="773">
                  <c:v>1618.6458659971249</c:v>
                </c:pt>
                <c:pt idx="774">
                  <c:v>1631.6162959248759</c:v>
                </c:pt>
                <c:pt idx="775">
                  <c:v>1644.7432537263958</c:v>
                </c:pt>
                <c:pt idx="776">
                  <c:v>1658.0292682236759</c:v>
                </c:pt>
                <c:pt idx="777">
                  <c:v>1671.4769195152912</c:v>
                </c:pt>
                <c:pt idx="778">
                  <c:v>1685.0888402267592</c:v>
                </c:pt>
                <c:pt idx="779">
                  <c:v>1698.8677168022841</c:v>
                </c:pt>
                <c:pt idx="780">
                  <c:v>1712.8162908279919</c:v>
                </c:pt>
                <c:pt idx="781">
                  <c:v>1726.937360397249</c:v>
                </c:pt>
                <c:pt idx="782">
                  <c:v>1741.2337815118372</c:v>
                </c:pt>
                <c:pt idx="783">
                  <c:v>1755.7084695293452</c:v>
                </c:pt>
                <c:pt idx="784">
                  <c:v>1770.3644006467075</c:v>
                </c:pt>
                <c:pt idx="785">
                  <c:v>1785.2046134324046</c:v>
                </c:pt>
                <c:pt idx="786">
                  <c:v>1800.2322103990591</c:v>
                </c:pt>
                <c:pt idx="787">
                  <c:v>1815.4503596276627</c:v>
                </c:pt>
                <c:pt idx="788">
                  <c:v>1830.862296435982</c:v>
                </c:pt>
                <c:pt idx="789">
                  <c:v>1846.4713250991772</c:v>
                </c:pt>
                <c:pt idx="790">
                  <c:v>1862.2808206188492</c:v>
                </c:pt>
                <c:pt idx="791">
                  <c:v>1878.2942305508186</c:v>
                </c:pt>
                <c:pt idx="792">
                  <c:v>1894.5150768823805</c:v>
                </c:pt>
                <c:pt idx="793">
                  <c:v>1910.9469579703873</c:v>
                </c:pt>
                <c:pt idx="794">
                  <c:v>1927.5935505351517</c:v>
                </c:pt>
                <c:pt idx="795">
                  <c:v>1944.458611720358</c:v>
                </c:pt>
                <c:pt idx="796">
                  <c:v>1961.5459812103072</c:v>
                </c:pt>
                <c:pt idx="797">
                  <c:v>1978.8595834174776</c:v>
                </c:pt>
                <c:pt idx="798">
                  <c:v>1996.4034297351609</c:v>
                </c:pt>
                <c:pt idx="799">
                  <c:v>2014.181620861229</c:v>
                </c:pt>
                <c:pt idx="800">
                  <c:v>2032.1983491950668</c:v>
                </c:pt>
                <c:pt idx="801">
                  <c:v>2050.4579013088951</c:v>
                </c:pt>
                <c:pt idx="802">
                  <c:v>2068.9646604980226</c:v>
                </c:pt>
                <c:pt idx="803">
                  <c:v>2087.7231094116578</c:v>
                </c:pt>
                <c:pt idx="804">
                  <c:v>2106.7378327672486</c:v>
                </c:pt>
                <c:pt idx="805">
                  <c:v>2126.0135201525991</c:v>
                </c:pt>
                <c:pt idx="806">
                  <c:v>2145.5549689176842</c:v>
                </c:pt>
                <c:pt idx="807">
                  <c:v>2165.367087159364</c:v>
                </c:pt>
                <c:pt idx="808">
                  <c:v>2185.4548968037125</c:v>
                </c:pt>
                <c:pt idx="809">
                  <c:v>2205.8235367891612</c:v>
                </c:pt>
                <c:pt idx="810">
                  <c:v>2226.4782663531369</c:v>
                </c:pt>
                <c:pt idx="811">
                  <c:v>2247.4244684270816</c:v>
                </c:pt>
                <c:pt idx="812">
                  <c:v>2268.6676531445119</c:v>
                </c:pt>
                <c:pt idx="813">
                  <c:v>2290.213461464853</c:v>
                </c:pt>
                <c:pt idx="814">
                  <c:v>2312.0676689189277</c:v>
                </c:pt>
                <c:pt idx="815">
                  <c:v>2334.2361894790083</c:v>
                </c:pt>
                <c:pt idx="816">
                  <c:v>2356.7250795617001</c:v>
                </c:pt>
                <c:pt idx="817">
                  <c:v>2379.5405421634205</c:v>
                </c:pt>
                <c:pt idx="818">
                  <c:v>2402.6889311390696</c:v>
                </c:pt>
                <c:pt idx="819">
                  <c:v>2426.1767556261038</c:v>
                </c:pt>
                <c:pt idx="820">
                  <c:v>2450.0106846209383</c:v>
                </c:pt>
                <c:pt idx="821">
                  <c:v>2474.197551713034</c:v>
                </c:pt>
                <c:pt idx="822">
                  <c:v>2498.7443599840626</c:v>
                </c:pt>
                <c:pt idx="823">
                  <c:v>2523.6582870777929</c:v>
                </c:pt>
                <c:pt idx="824">
                  <c:v>2548.9466904471046</c:v>
                </c:pt>
                <c:pt idx="825">
                  <c:v>2574.6171127879061</c:v>
                </c:pt>
                <c:pt idx="826">
                  <c:v>2600.677287662169</c:v>
                </c:pt>
                <c:pt idx="827">
                  <c:v>2627.1351453251555</c:v>
                </c:pt>
                <c:pt idx="828">
                  <c:v>2653.9988187582348</c:v>
                </c:pt>
                <c:pt idx="829">
                  <c:v>2681.2766499198624</c:v>
                </c:pt>
                <c:pt idx="830">
                  <c:v>2708.9771962227533</c:v>
                </c:pt>
                <c:pt idx="831">
                  <c:v>2737.1092372456915</c:v>
                </c:pt>
                <c:pt idx="832">
                  <c:v>2765.6817816920811</c:v>
                </c:pt>
                <c:pt idx="833">
                  <c:v>2794.7040746016428</c:v>
                </c:pt>
                <c:pt idx="834">
                  <c:v>2824.1856048309128</c:v>
                </c:pt>
                <c:pt idx="835">
                  <c:v>2854.1361128097633</c:v>
                </c:pt>
                <c:pt idx="836">
                  <c:v>2884.5655985882622</c:v>
                </c:pt>
                <c:pt idx="837">
                  <c:v>2915.4843301844667</c:v>
                </c:pt>
                <c:pt idx="838">
                  <c:v>2946.902852247993</c:v>
                </c:pt>
                <c:pt idx="839">
                  <c:v>2978.8319950522273</c:v>
                </c:pt>
                <c:pt idx="840">
                  <c:v>3011.2828838276328</c:v>
                </c:pt>
                <c:pt idx="841">
                  <c:v>3044.2669484556536</c:v>
                </c:pt>
                <c:pt idx="842">
                  <c:v>3077.7959335339256</c:v>
                </c:pt>
                <c:pt idx="843">
                  <c:v>3111.8819088332239</c:v>
                </c:pt>
                <c:pt idx="844">
                  <c:v>3146.53728015878</c:v>
                </c:pt>
                <c:pt idx="845">
                  <c:v>3181.7748006446636</c:v>
                </c:pt>
                <c:pt idx="846">
                  <c:v>3217.6075824857689</c:v>
                </c:pt>
                <c:pt idx="847">
                  <c:v>3254.0491091348231</c:v>
                </c:pt>
                <c:pt idx="848">
                  <c:v>3291.1132479934022</c:v>
                </c:pt>
                <c:pt idx="849">
                  <c:v>3328.8142636041739</c:v>
                </c:pt>
                <c:pt idx="850">
                  <c:v>3367.1668313783011</c:v>
                </c:pt>
                <c:pt idx="851">
                  <c:v>3406.1860518792528</c:v>
                </c:pt>
                <c:pt idx="852">
                  <c:v>3445.8874656868284</c:v>
                </c:pt>
                <c:pt idx="853">
                  <c:v>3486.2870688779512</c:v>
                </c:pt>
                <c:pt idx="854">
                  <c:v>3527.4013291398296</c:v>
                </c:pt>
                <c:pt idx="855">
                  <c:v>3569.2472025505267</c:v>
                </c:pt>
                <c:pt idx="856">
                  <c:v>3611.8421510696644</c:v>
                </c:pt>
                <c:pt idx="857">
                  <c:v>3655.204160755733</c:v>
                </c:pt>
                <c:pt idx="858">
                  <c:v>3699.3517607569811</c:v>
                </c:pt>
                <c:pt idx="859">
                  <c:v>3744.3040431094705</c:v>
                </c:pt>
                <c:pt idx="860">
                  <c:v>3790.0806833793758</c:v>
                </c:pt>
                <c:pt idx="861">
                  <c:v>3836.7019622022053</c:v>
                </c:pt>
                <c:pt idx="862">
                  <c:v>3884.1887877470581</c:v>
                </c:pt>
                <c:pt idx="863">
                  <c:v>3932.5627191583626</c:v>
                </c:pt>
                <c:pt idx="864">
                  <c:v>3981.8459910368547</c:v>
                </c:pt>
                <c:pt idx="865">
                  <c:v>4032.0615389907034</c:v>
                </c:pt>
                <c:pt idx="866">
                  <c:v>4083.2330263265176</c:v>
                </c:pt>
                <c:pt idx="867">
                  <c:v>4135.3848719313974</c:v>
                </c:pt>
                <c:pt idx="868">
                  <c:v>4188.542279408779</c:v>
                </c:pt>
                <c:pt idx="869">
                  <c:v>4242.7312675404828</c:v>
                </c:pt>
                <c:pt idx="870">
                  <c:v>4297.9787021275843</c:v>
                </c:pt>
                <c:pt idx="871">
                  <c:v>4354.3123292933451</c:v>
                </c:pt>
                <c:pt idx="872">
                  <c:v>4411.7608103330713</c:v>
                </c:pt>
                <c:pt idx="873">
                  <c:v>4470.3537581732962</c:v>
                </c:pt>
                <c:pt idx="874">
                  <c:v>4530.121775542968</c:v>
                </c:pt>
                <c:pt idx="875">
                  <c:v>4591.096494940808</c:v>
                </c:pt>
                <c:pt idx="876">
                  <c:v>4653.3106204963988</c:v>
                </c:pt>
                <c:pt idx="877">
                  <c:v>4716.7979718383867</c:v>
                </c:pt>
                <c:pt idx="878">
                  <c:v>4781.5935300588608</c:v>
                </c:pt>
                <c:pt idx="879">
                  <c:v>4847.7334859176772</c:v>
                </c:pt>
                <c:pt idx="880">
                  <c:v>4915.2552903796313</c:v>
                </c:pt>
                <c:pt idx="881">
                  <c:v>4984.1977076510666</c:v>
                </c:pt>
                <c:pt idx="882">
                  <c:v>5054.6008708248846</c:v>
                </c:pt>
                <c:pt idx="883">
                  <c:v>5126.5063403035747</c:v>
                </c:pt>
                <c:pt idx="884">
                  <c:v>5199.9571651432198</c:v>
                </c:pt>
                <c:pt idx="885">
                  <c:v>5274.9979475120781</c:v>
                </c:pt>
                <c:pt idx="886">
                  <c:v>5351.6749104085611</c:v>
                </c:pt>
                <c:pt idx="887">
                  <c:v>5430.0359688670142</c:v>
                </c:pt>
                <c:pt idx="888">
                  <c:v>5510.1308048242936</c:v>
                </c:pt>
                <c:pt idx="889">
                  <c:v>5592.0109458947554</c:v>
                </c:pt>
                <c:pt idx="890">
                  <c:v>5675.7298482630868</c:v>
                </c:pt>
                <c:pt idx="891">
                  <c:v>5761.3429839574965</c:v>
                </c:pt>
                <c:pt idx="892">
                  <c:v>5848.9079327596119</c:v>
                </c:pt>
                <c:pt idx="893">
                  <c:v>5938.4844790558564</c:v>
                </c:pt>
                <c:pt idx="894">
                  <c:v>6030.1347138992278</c:v>
                </c:pt>
                <c:pt idx="895">
                  <c:v>6123.9231426478364</c:v>
                </c:pt>
                <c:pt idx="896">
                  <c:v>6219.9167984878877</c:v>
                </c:pt>
                <c:pt idx="897">
                  <c:v>6318.1853622557828</c:v>
                </c:pt>
                <c:pt idx="898">
                  <c:v>6418.8012889226666</c:v>
                </c:pt>
                <c:pt idx="899">
                  <c:v>6521.8399411933497</c:v>
                </c:pt>
                <c:pt idx="900">
                  <c:v>6627.379730663728</c:v>
                </c:pt>
                <c:pt idx="901">
                  <c:v>6735.5022670560284</c:v>
                </c:pt>
                <c:pt idx="902">
                  <c:v>6846.2925160217565</c:v>
                </c:pt>
                <c:pt idx="903">
                  <c:v>6959.8389661232941</c:v>
                </c:pt>
                <c:pt idx="904">
                  <c:v>7076.2338055854198</c:v>
                </c:pt>
                <c:pt idx="905">
                  <c:v>7195.573109467281</c:v>
                </c:pt>
                <c:pt idx="906">
                  <c:v>7317.9570379984798</c:v>
                </c:pt>
                <c:pt idx="907">
                  <c:v>7443.4900468069827</c:v>
                </c:pt>
                <c:pt idx="908">
                  <c:v>7572.2811098761158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08D-4C51-A2FE-C0AC1DDBE9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99546320"/>
        <c:axId val="599548240"/>
      </c:scatterChart>
      <c:valAx>
        <c:axId val="5995463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Tension</a:t>
                </a:r>
                <a:r>
                  <a:rPr lang="en-US" baseline="0"/>
                  <a:t> Capteur (mv)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99548240"/>
        <c:crosses val="autoZero"/>
        <c:crossBetween val="midCat"/>
      </c:valAx>
      <c:valAx>
        <c:axId val="599548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Plage incertitude (ohm)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995463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779693391284161E-2"/>
          <c:y val="0.12639639639639641"/>
          <c:w val="0.88502942014499764"/>
          <c:h val="0.81895415100139513"/>
        </c:manualLayout>
      </c:layout>
      <c:scatterChart>
        <c:scatterStyle val="smoothMarker"/>
        <c:varyColors val="0"/>
        <c:ser>
          <c:idx val="0"/>
          <c:order val="0"/>
          <c:tx>
            <c:strRef>
              <c:f>Feuil1!$D$6</c:f>
              <c:strCache>
                <c:ptCount val="1"/>
                <c:pt idx="0">
                  <c:v>µW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Feuil1!$C$7:$C$1097</c:f>
              <c:numCache>
                <c:formatCode>General</c:formatCode>
                <c:ptCount val="1091"/>
                <c:pt idx="0">
                  <c:v>1000</c:v>
                </c:pt>
                <c:pt idx="1">
                  <c:v>11000</c:v>
                </c:pt>
                <c:pt idx="2">
                  <c:v>21000</c:v>
                </c:pt>
                <c:pt idx="3">
                  <c:v>31000</c:v>
                </c:pt>
                <c:pt idx="4">
                  <c:v>41000</c:v>
                </c:pt>
                <c:pt idx="5">
                  <c:v>51000</c:v>
                </c:pt>
                <c:pt idx="6">
                  <c:v>61000</c:v>
                </c:pt>
                <c:pt idx="7">
                  <c:v>71000</c:v>
                </c:pt>
                <c:pt idx="8">
                  <c:v>81000</c:v>
                </c:pt>
                <c:pt idx="9">
                  <c:v>91000</c:v>
                </c:pt>
                <c:pt idx="10">
                  <c:v>101000</c:v>
                </c:pt>
                <c:pt idx="11">
                  <c:v>111000</c:v>
                </c:pt>
                <c:pt idx="12">
                  <c:v>121000</c:v>
                </c:pt>
                <c:pt idx="13">
                  <c:v>131000</c:v>
                </c:pt>
                <c:pt idx="14">
                  <c:v>141000</c:v>
                </c:pt>
                <c:pt idx="15">
                  <c:v>151000</c:v>
                </c:pt>
                <c:pt idx="16">
                  <c:v>161000</c:v>
                </c:pt>
                <c:pt idx="17">
                  <c:v>171000</c:v>
                </c:pt>
                <c:pt idx="18">
                  <c:v>181000</c:v>
                </c:pt>
                <c:pt idx="19">
                  <c:v>191000</c:v>
                </c:pt>
                <c:pt idx="20">
                  <c:v>201000</c:v>
                </c:pt>
                <c:pt idx="21">
                  <c:v>211000</c:v>
                </c:pt>
                <c:pt idx="22">
                  <c:v>221000</c:v>
                </c:pt>
                <c:pt idx="23">
                  <c:v>231000</c:v>
                </c:pt>
                <c:pt idx="24">
                  <c:v>241000</c:v>
                </c:pt>
                <c:pt idx="25">
                  <c:v>251000</c:v>
                </c:pt>
                <c:pt idx="26">
                  <c:v>261000</c:v>
                </c:pt>
                <c:pt idx="27">
                  <c:v>271000</c:v>
                </c:pt>
                <c:pt idx="28">
                  <c:v>281000</c:v>
                </c:pt>
                <c:pt idx="29">
                  <c:v>291000</c:v>
                </c:pt>
                <c:pt idx="30">
                  <c:v>301000</c:v>
                </c:pt>
                <c:pt idx="31">
                  <c:v>311000</c:v>
                </c:pt>
                <c:pt idx="32">
                  <c:v>321000</c:v>
                </c:pt>
                <c:pt idx="33">
                  <c:v>331000</c:v>
                </c:pt>
                <c:pt idx="34">
                  <c:v>341000</c:v>
                </c:pt>
                <c:pt idx="35">
                  <c:v>351000</c:v>
                </c:pt>
                <c:pt idx="36">
                  <c:v>361000</c:v>
                </c:pt>
                <c:pt idx="37">
                  <c:v>371000</c:v>
                </c:pt>
                <c:pt idx="38">
                  <c:v>381000</c:v>
                </c:pt>
                <c:pt idx="39">
                  <c:v>391000</c:v>
                </c:pt>
                <c:pt idx="40">
                  <c:v>401000</c:v>
                </c:pt>
                <c:pt idx="41">
                  <c:v>411000</c:v>
                </c:pt>
                <c:pt idx="42">
                  <c:v>421000</c:v>
                </c:pt>
                <c:pt idx="43">
                  <c:v>431000</c:v>
                </c:pt>
                <c:pt idx="44">
                  <c:v>441000</c:v>
                </c:pt>
                <c:pt idx="45">
                  <c:v>451000</c:v>
                </c:pt>
                <c:pt idx="46">
                  <c:v>461000</c:v>
                </c:pt>
                <c:pt idx="47">
                  <c:v>471000</c:v>
                </c:pt>
                <c:pt idx="48">
                  <c:v>481000</c:v>
                </c:pt>
                <c:pt idx="49">
                  <c:v>491000</c:v>
                </c:pt>
                <c:pt idx="50">
                  <c:v>501000</c:v>
                </c:pt>
                <c:pt idx="51">
                  <c:v>511000</c:v>
                </c:pt>
                <c:pt idx="52">
                  <c:v>521000</c:v>
                </c:pt>
                <c:pt idx="53">
                  <c:v>531000</c:v>
                </c:pt>
                <c:pt idx="54">
                  <c:v>541000</c:v>
                </c:pt>
                <c:pt idx="55">
                  <c:v>551000</c:v>
                </c:pt>
                <c:pt idx="56">
                  <c:v>561000</c:v>
                </c:pt>
                <c:pt idx="57">
                  <c:v>571000</c:v>
                </c:pt>
                <c:pt idx="58">
                  <c:v>581000</c:v>
                </c:pt>
                <c:pt idx="59">
                  <c:v>591000</c:v>
                </c:pt>
                <c:pt idx="60">
                  <c:v>601000</c:v>
                </c:pt>
                <c:pt idx="61">
                  <c:v>611000</c:v>
                </c:pt>
                <c:pt idx="62">
                  <c:v>621000</c:v>
                </c:pt>
                <c:pt idx="63">
                  <c:v>631000</c:v>
                </c:pt>
                <c:pt idx="64">
                  <c:v>641000</c:v>
                </c:pt>
                <c:pt idx="65">
                  <c:v>651000</c:v>
                </c:pt>
                <c:pt idx="66">
                  <c:v>661000</c:v>
                </c:pt>
                <c:pt idx="67">
                  <c:v>671000</c:v>
                </c:pt>
                <c:pt idx="68">
                  <c:v>681000</c:v>
                </c:pt>
                <c:pt idx="69">
                  <c:v>691000</c:v>
                </c:pt>
                <c:pt idx="70">
                  <c:v>701000</c:v>
                </c:pt>
                <c:pt idx="71">
                  <c:v>711000</c:v>
                </c:pt>
                <c:pt idx="72">
                  <c:v>721000</c:v>
                </c:pt>
                <c:pt idx="73">
                  <c:v>731000</c:v>
                </c:pt>
                <c:pt idx="74">
                  <c:v>741000</c:v>
                </c:pt>
                <c:pt idx="75">
                  <c:v>751000</c:v>
                </c:pt>
                <c:pt idx="76">
                  <c:v>761000</c:v>
                </c:pt>
                <c:pt idx="77">
                  <c:v>771000</c:v>
                </c:pt>
                <c:pt idx="78">
                  <c:v>781000</c:v>
                </c:pt>
                <c:pt idx="79">
                  <c:v>791000</c:v>
                </c:pt>
                <c:pt idx="80">
                  <c:v>801000</c:v>
                </c:pt>
                <c:pt idx="81">
                  <c:v>811000</c:v>
                </c:pt>
                <c:pt idx="82">
                  <c:v>821000</c:v>
                </c:pt>
                <c:pt idx="83">
                  <c:v>831000</c:v>
                </c:pt>
                <c:pt idx="84">
                  <c:v>841000</c:v>
                </c:pt>
                <c:pt idx="85">
                  <c:v>851000</c:v>
                </c:pt>
                <c:pt idx="86">
                  <c:v>861000</c:v>
                </c:pt>
                <c:pt idx="87">
                  <c:v>871000</c:v>
                </c:pt>
                <c:pt idx="88">
                  <c:v>881000</c:v>
                </c:pt>
                <c:pt idx="89">
                  <c:v>891000</c:v>
                </c:pt>
                <c:pt idx="90">
                  <c:v>901000</c:v>
                </c:pt>
                <c:pt idx="91">
                  <c:v>911000</c:v>
                </c:pt>
                <c:pt idx="92">
                  <c:v>921000</c:v>
                </c:pt>
                <c:pt idx="93">
                  <c:v>931000</c:v>
                </c:pt>
                <c:pt idx="94">
                  <c:v>941000</c:v>
                </c:pt>
                <c:pt idx="95">
                  <c:v>951000</c:v>
                </c:pt>
                <c:pt idx="96">
                  <c:v>961000</c:v>
                </c:pt>
                <c:pt idx="97">
                  <c:v>971000</c:v>
                </c:pt>
                <c:pt idx="98">
                  <c:v>981000</c:v>
                </c:pt>
                <c:pt idx="99">
                  <c:v>991000</c:v>
                </c:pt>
                <c:pt idx="100">
                  <c:v>1001000</c:v>
                </c:pt>
              </c:numCache>
            </c:numRef>
          </c:xVal>
          <c:yVal>
            <c:numRef>
              <c:f>Feuil1!$D$7:$D$1097</c:f>
              <c:numCache>
                <c:formatCode>General</c:formatCode>
                <c:ptCount val="1091"/>
                <c:pt idx="0">
                  <c:v>247.52475247524754</c:v>
                </c:pt>
                <c:pt idx="1">
                  <c:v>225.22522522522522</c:v>
                </c:pt>
                <c:pt idx="2">
                  <c:v>206.61157024793388</c:v>
                </c:pt>
                <c:pt idx="3">
                  <c:v>190.83969465648855</c:v>
                </c:pt>
                <c:pt idx="4">
                  <c:v>177.3049645390071</c:v>
                </c:pt>
                <c:pt idx="5">
                  <c:v>165.56291390728478</c:v>
                </c:pt>
                <c:pt idx="6">
                  <c:v>155.27950310559007</c:v>
                </c:pt>
                <c:pt idx="7">
                  <c:v>146.19883040935673</c:v>
                </c:pt>
                <c:pt idx="8">
                  <c:v>138.12154696132598</c:v>
                </c:pt>
                <c:pt idx="9">
                  <c:v>130.89005235602096</c:v>
                </c:pt>
                <c:pt idx="10">
                  <c:v>124.37810945273631</c:v>
                </c:pt>
                <c:pt idx="11">
                  <c:v>118.48341232227489</c:v>
                </c:pt>
                <c:pt idx="12">
                  <c:v>113.12217194570137</c:v>
                </c:pt>
                <c:pt idx="13">
                  <c:v>108.22510822510823</c:v>
                </c:pt>
                <c:pt idx="14">
                  <c:v>103.7344398340249</c:v>
                </c:pt>
                <c:pt idx="15">
                  <c:v>99.601593625498012</c:v>
                </c:pt>
                <c:pt idx="16">
                  <c:v>95.785440613026822</c:v>
                </c:pt>
                <c:pt idx="17">
                  <c:v>92.250922509225092</c:v>
                </c:pt>
                <c:pt idx="18">
                  <c:v>88.967971530249116</c:v>
                </c:pt>
                <c:pt idx="19">
                  <c:v>85.910652920962207</c:v>
                </c:pt>
                <c:pt idx="20">
                  <c:v>83.056478405315616</c:v>
                </c:pt>
                <c:pt idx="21">
                  <c:v>80.385852090032159</c:v>
                </c:pt>
                <c:pt idx="22">
                  <c:v>77.881619937694708</c:v>
                </c:pt>
                <c:pt idx="23">
                  <c:v>75.528700906344412</c:v>
                </c:pt>
                <c:pt idx="24">
                  <c:v>73.313782991202345</c:v>
                </c:pt>
                <c:pt idx="25">
                  <c:v>71.225071225071218</c:v>
                </c:pt>
                <c:pt idx="26">
                  <c:v>69.252077562326875</c:v>
                </c:pt>
                <c:pt idx="27">
                  <c:v>67.385444743935309</c:v>
                </c:pt>
                <c:pt idx="28">
                  <c:v>65.616797900262469</c:v>
                </c:pt>
                <c:pt idx="29">
                  <c:v>63.938618925831193</c:v>
                </c:pt>
                <c:pt idx="30">
                  <c:v>62.344139650872812</c:v>
                </c:pt>
                <c:pt idx="31">
                  <c:v>60.827250608272507</c:v>
                </c:pt>
                <c:pt idx="32">
                  <c:v>59.382422802850357</c:v>
                </c:pt>
                <c:pt idx="33">
                  <c:v>58.004640371229698</c:v>
                </c:pt>
                <c:pt idx="34">
                  <c:v>56.689342403628117</c:v>
                </c:pt>
                <c:pt idx="35">
                  <c:v>55.432372505543235</c:v>
                </c:pt>
                <c:pt idx="36">
                  <c:v>54.229934924078087</c:v>
                </c:pt>
                <c:pt idx="37">
                  <c:v>53.07855626326964</c:v>
                </c:pt>
                <c:pt idx="38">
                  <c:v>51.975051975051976</c:v>
                </c:pt>
                <c:pt idx="39">
                  <c:v>50.916496945010188</c:v>
                </c:pt>
                <c:pt idx="40">
                  <c:v>49.900199600798402</c:v>
                </c:pt>
                <c:pt idx="41">
                  <c:v>48.923679060665364</c:v>
                </c:pt>
                <c:pt idx="42">
                  <c:v>47.984644913627641</c:v>
                </c:pt>
                <c:pt idx="43">
                  <c:v>47.080979284369114</c:v>
                </c:pt>
                <c:pt idx="44">
                  <c:v>46.210720887245841</c:v>
                </c:pt>
                <c:pt idx="45">
                  <c:v>45.372050816696913</c:v>
                </c:pt>
                <c:pt idx="46">
                  <c:v>44.563279857397504</c:v>
                </c:pt>
                <c:pt idx="47">
                  <c:v>43.782837127845887</c:v>
                </c:pt>
                <c:pt idx="48">
                  <c:v>43.029259896729776</c:v>
                </c:pt>
                <c:pt idx="49">
                  <c:v>42.301184433164131</c:v>
                </c:pt>
                <c:pt idx="50">
                  <c:v>41.597337770382694</c:v>
                </c:pt>
                <c:pt idx="51">
                  <c:v>40.916530278232408</c:v>
                </c:pt>
                <c:pt idx="52">
                  <c:v>40.257648953301128</c:v>
                </c:pt>
                <c:pt idx="53">
                  <c:v>39.61965134706815</c:v>
                </c:pt>
                <c:pt idx="54">
                  <c:v>39.001560062402497</c:v>
                </c:pt>
                <c:pt idx="55">
                  <c:v>38.402457757296467</c:v>
                </c:pt>
                <c:pt idx="56">
                  <c:v>37.821482602118003</c:v>
                </c:pt>
                <c:pt idx="57">
                  <c:v>37.257824143070046</c:v>
                </c:pt>
                <c:pt idx="58">
                  <c:v>36.710719530102793</c:v>
                </c:pt>
                <c:pt idx="59">
                  <c:v>36.179450072358897</c:v>
                </c:pt>
                <c:pt idx="60">
                  <c:v>35.66333808844508</c:v>
                </c:pt>
                <c:pt idx="61">
                  <c:v>35.16174402250352</c:v>
                </c:pt>
                <c:pt idx="62">
                  <c:v>34.674063800277395</c:v>
                </c:pt>
                <c:pt idx="63">
                  <c:v>34.19972640218878</c:v>
                </c:pt>
                <c:pt idx="64">
                  <c:v>33.738191632928476</c:v>
                </c:pt>
                <c:pt idx="65">
                  <c:v>33.288948069241009</c:v>
                </c:pt>
                <c:pt idx="66">
                  <c:v>32.851511169513799</c:v>
                </c:pt>
                <c:pt idx="67">
                  <c:v>32.425421530479895</c:v>
                </c:pt>
                <c:pt idx="68">
                  <c:v>32.010243277848907</c:v>
                </c:pt>
                <c:pt idx="69">
                  <c:v>31.605562579013906</c:v>
                </c:pt>
                <c:pt idx="70">
                  <c:v>31.210986267166042</c:v>
                </c:pt>
                <c:pt idx="71">
                  <c:v>30.826140567200987</c:v>
                </c:pt>
                <c:pt idx="72">
                  <c:v>30.450669914738125</c:v>
                </c:pt>
                <c:pt idx="73">
                  <c:v>30.084235860409144</c:v>
                </c:pt>
                <c:pt idx="74">
                  <c:v>29.726516052318669</c:v>
                </c:pt>
                <c:pt idx="75">
                  <c:v>29.377203290246769</c:v>
                </c:pt>
                <c:pt idx="76">
                  <c:v>29.036004645760745</c:v>
                </c:pt>
                <c:pt idx="77">
                  <c:v>28.702640642939151</c:v>
                </c:pt>
                <c:pt idx="78">
                  <c:v>28.376844494892168</c:v>
                </c:pt>
                <c:pt idx="79">
                  <c:v>28.058361391694724</c:v>
                </c:pt>
                <c:pt idx="80">
                  <c:v>27.746947835738069</c:v>
                </c:pt>
                <c:pt idx="81">
                  <c:v>27.4423710208562</c:v>
                </c:pt>
                <c:pt idx="82">
                  <c:v>27.14440825190011</c:v>
                </c:pt>
                <c:pt idx="83">
                  <c:v>26.852846401718583</c:v>
                </c:pt>
                <c:pt idx="84">
                  <c:v>26.567481402763018</c:v>
                </c:pt>
                <c:pt idx="85">
                  <c:v>26.288117770767613</c:v>
                </c:pt>
                <c:pt idx="86">
                  <c:v>26.014568158168576</c:v>
                </c:pt>
                <c:pt idx="87">
                  <c:v>25.746652935118433</c:v>
                </c:pt>
                <c:pt idx="88">
                  <c:v>25.484199796126401</c:v>
                </c:pt>
                <c:pt idx="89">
                  <c:v>25.227043390514631</c:v>
                </c:pt>
                <c:pt idx="90">
                  <c:v>24.975024975024976</c:v>
                </c:pt>
                <c:pt idx="91">
                  <c:v>24.72799208704253</c:v>
                </c:pt>
                <c:pt idx="92">
                  <c:v>24.485798237022525</c:v>
                </c:pt>
                <c:pt idx="93">
                  <c:v>24.248302618816684</c:v>
                </c:pt>
                <c:pt idx="94">
                  <c:v>24.015369836695484</c:v>
                </c:pt>
                <c:pt idx="95">
                  <c:v>23.78686964795433</c:v>
                </c:pt>
                <c:pt idx="96">
                  <c:v>23.562676720075402</c:v>
                </c:pt>
                <c:pt idx="97">
                  <c:v>23.34267040149393</c:v>
                </c:pt>
                <c:pt idx="98">
                  <c:v>23.126734505087882</c:v>
                </c:pt>
                <c:pt idx="99">
                  <c:v>22.914757103574704</c:v>
                </c:pt>
                <c:pt idx="100">
                  <c:v>22.706630336058129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E5-483A-89B4-27B84952B5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79627631"/>
        <c:axId val="1579625231"/>
      </c:scatterChart>
      <c:valAx>
        <c:axId val="15796276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9625231"/>
        <c:crosses val="autoZero"/>
        <c:crossBetween val="midCat"/>
      </c:valAx>
      <c:valAx>
        <c:axId val="1579625231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962763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Feuil1!$D$6</c:f>
              <c:strCache>
                <c:ptCount val="1"/>
                <c:pt idx="0">
                  <c:v>µW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Feuil1!$C$7:$C$1097</c:f>
              <c:numCache>
                <c:formatCode>General</c:formatCode>
                <c:ptCount val="1091"/>
                <c:pt idx="0">
                  <c:v>1000</c:v>
                </c:pt>
                <c:pt idx="1">
                  <c:v>11000</c:v>
                </c:pt>
                <c:pt idx="2">
                  <c:v>21000</c:v>
                </c:pt>
                <c:pt idx="3">
                  <c:v>31000</c:v>
                </c:pt>
                <c:pt idx="4">
                  <c:v>41000</c:v>
                </c:pt>
                <c:pt idx="5">
                  <c:v>51000</c:v>
                </c:pt>
                <c:pt idx="6">
                  <c:v>61000</c:v>
                </c:pt>
                <c:pt idx="7">
                  <c:v>71000</c:v>
                </c:pt>
                <c:pt idx="8">
                  <c:v>81000</c:v>
                </c:pt>
                <c:pt idx="9">
                  <c:v>91000</c:v>
                </c:pt>
                <c:pt idx="10">
                  <c:v>101000</c:v>
                </c:pt>
                <c:pt idx="11">
                  <c:v>111000</c:v>
                </c:pt>
                <c:pt idx="12">
                  <c:v>121000</c:v>
                </c:pt>
                <c:pt idx="13">
                  <c:v>131000</c:v>
                </c:pt>
                <c:pt idx="14">
                  <c:v>141000</c:v>
                </c:pt>
                <c:pt idx="15">
                  <c:v>151000</c:v>
                </c:pt>
                <c:pt idx="16">
                  <c:v>161000</c:v>
                </c:pt>
                <c:pt idx="17">
                  <c:v>171000</c:v>
                </c:pt>
                <c:pt idx="18">
                  <c:v>181000</c:v>
                </c:pt>
                <c:pt idx="19">
                  <c:v>191000</c:v>
                </c:pt>
                <c:pt idx="20">
                  <c:v>201000</c:v>
                </c:pt>
                <c:pt idx="21">
                  <c:v>211000</c:v>
                </c:pt>
                <c:pt idx="22">
                  <c:v>221000</c:v>
                </c:pt>
                <c:pt idx="23">
                  <c:v>231000</c:v>
                </c:pt>
                <c:pt idx="24">
                  <c:v>241000</c:v>
                </c:pt>
                <c:pt idx="25">
                  <c:v>251000</c:v>
                </c:pt>
                <c:pt idx="26">
                  <c:v>261000</c:v>
                </c:pt>
                <c:pt idx="27">
                  <c:v>271000</c:v>
                </c:pt>
                <c:pt idx="28">
                  <c:v>281000</c:v>
                </c:pt>
                <c:pt idx="29">
                  <c:v>291000</c:v>
                </c:pt>
                <c:pt idx="30">
                  <c:v>301000</c:v>
                </c:pt>
                <c:pt idx="31">
                  <c:v>311000</c:v>
                </c:pt>
                <c:pt idx="32">
                  <c:v>321000</c:v>
                </c:pt>
                <c:pt idx="33">
                  <c:v>331000</c:v>
                </c:pt>
                <c:pt idx="34">
                  <c:v>341000</c:v>
                </c:pt>
                <c:pt idx="35">
                  <c:v>351000</c:v>
                </c:pt>
                <c:pt idx="36">
                  <c:v>361000</c:v>
                </c:pt>
                <c:pt idx="37">
                  <c:v>371000</c:v>
                </c:pt>
                <c:pt idx="38">
                  <c:v>381000</c:v>
                </c:pt>
                <c:pt idx="39">
                  <c:v>391000</c:v>
                </c:pt>
                <c:pt idx="40">
                  <c:v>401000</c:v>
                </c:pt>
                <c:pt idx="41">
                  <c:v>411000</c:v>
                </c:pt>
                <c:pt idx="42">
                  <c:v>421000</c:v>
                </c:pt>
                <c:pt idx="43">
                  <c:v>431000</c:v>
                </c:pt>
                <c:pt idx="44">
                  <c:v>441000</c:v>
                </c:pt>
                <c:pt idx="45">
                  <c:v>451000</c:v>
                </c:pt>
                <c:pt idx="46">
                  <c:v>461000</c:v>
                </c:pt>
                <c:pt idx="47">
                  <c:v>471000</c:v>
                </c:pt>
                <c:pt idx="48">
                  <c:v>481000</c:v>
                </c:pt>
                <c:pt idx="49">
                  <c:v>491000</c:v>
                </c:pt>
                <c:pt idx="50">
                  <c:v>501000</c:v>
                </c:pt>
                <c:pt idx="51">
                  <c:v>511000</c:v>
                </c:pt>
                <c:pt idx="52">
                  <c:v>521000</c:v>
                </c:pt>
                <c:pt idx="53">
                  <c:v>531000</c:v>
                </c:pt>
                <c:pt idx="54">
                  <c:v>541000</c:v>
                </c:pt>
                <c:pt idx="55">
                  <c:v>551000</c:v>
                </c:pt>
                <c:pt idx="56">
                  <c:v>561000</c:v>
                </c:pt>
                <c:pt idx="57">
                  <c:v>571000</c:v>
                </c:pt>
                <c:pt idx="58">
                  <c:v>581000</c:v>
                </c:pt>
                <c:pt idx="59">
                  <c:v>591000</c:v>
                </c:pt>
                <c:pt idx="60">
                  <c:v>601000</c:v>
                </c:pt>
                <c:pt idx="61">
                  <c:v>611000</c:v>
                </c:pt>
                <c:pt idx="62">
                  <c:v>621000</c:v>
                </c:pt>
                <c:pt idx="63">
                  <c:v>631000</c:v>
                </c:pt>
                <c:pt idx="64">
                  <c:v>641000</c:v>
                </c:pt>
                <c:pt idx="65">
                  <c:v>651000</c:v>
                </c:pt>
                <c:pt idx="66">
                  <c:v>661000</c:v>
                </c:pt>
                <c:pt idx="67">
                  <c:v>671000</c:v>
                </c:pt>
                <c:pt idx="68">
                  <c:v>681000</c:v>
                </c:pt>
                <c:pt idx="69">
                  <c:v>691000</c:v>
                </c:pt>
                <c:pt idx="70">
                  <c:v>701000</c:v>
                </c:pt>
                <c:pt idx="71">
                  <c:v>711000</c:v>
                </c:pt>
                <c:pt idx="72">
                  <c:v>721000</c:v>
                </c:pt>
                <c:pt idx="73">
                  <c:v>731000</c:v>
                </c:pt>
                <c:pt idx="74">
                  <c:v>741000</c:v>
                </c:pt>
                <c:pt idx="75">
                  <c:v>751000</c:v>
                </c:pt>
                <c:pt idx="76">
                  <c:v>761000</c:v>
                </c:pt>
                <c:pt idx="77">
                  <c:v>771000</c:v>
                </c:pt>
                <c:pt idx="78">
                  <c:v>781000</c:v>
                </c:pt>
                <c:pt idx="79">
                  <c:v>791000</c:v>
                </c:pt>
                <c:pt idx="80">
                  <c:v>801000</c:v>
                </c:pt>
                <c:pt idx="81">
                  <c:v>811000</c:v>
                </c:pt>
                <c:pt idx="82">
                  <c:v>821000</c:v>
                </c:pt>
                <c:pt idx="83">
                  <c:v>831000</c:v>
                </c:pt>
                <c:pt idx="84">
                  <c:v>841000</c:v>
                </c:pt>
                <c:pt idx="85">
                  <c:v>851000</c:v>
                </c:pt>
                <c:pt idx="86">
                  <c:v>861000</c:v>
                </c:pt>
                <c:pt idx="87">
                  <c:v>871000</c:v>
                </c:pt>
                <c:pt idx="88">
                  <c:v>881000</c:v>
                </c:pt>
                <c:pt idx="89">
                  <c:v>891000</c:v>
                </c:pt>
                <c:pt idx="90">
                  <c:v>901000</c:v>
                </c:pt>
                <c:pt idx="91">
                  <c:v>911000</c:v>
                </c:pt>
                <c:pt idx="92">
                  <c:v>921000</c:v>
                </c:pt>
                <c:pt idx="93">
                  <c:v>931000</c:v>
                </c:pt>
                <c:pt idx="94">
                  <c:v>941000</c:v>
                </c:pt>
                <c:pt idx="95">
                  <c:v>951000</c:v>
                </c:pt>
                <c:pt idx="96">
                  <c:v>961000</c:v>
                </c:pt>
                <c:pt idx="97">
                  <c:v>971000</c:v>
                </c:pt>
                <c:pt idx="98">
                  <c:v>981000</c:v>
                </c:pt>
                <c:pt idx="99">
                  <c:v>991000</c:v>
                </c:pt>
                <c:pt idx="100">
                  <c:v>1001000</c:v>
                </c:pt>
              </c:numCache>
            </c:numRef>
          </c:xVal>
          <c:yVal>
            <c:numRef>
              <c:f>Feuil1!$D$7:$D$1097</c:f>
              <c:numCache>
                <c:formatCode>General</c:formatCode>
                <c:ptCount val="1091"/>
                <c:pt idx="0">
                  <c:v>247.52475247524754</c:v>
                </c:pt>
                <c:pt idx="1">
                  <c:v>225.22522522522522</c:v>
                </c:pt>
                <c:pt idx="2">
                  <c:v>206.61157024793388</c:v>
                </c:pt>
                <c:pt idx="3">
                  <c:v>190.83969465648855</c:v>
                </c:pt>
                <c:pt idx="4">
                  <c:v>177.3049645390071</c:v>
                </c:pt>
                <c:pt idx="5">
                  <c:v>165.56291390728478</c:v>
                </c:pt>
                <c:pt idx="6">
                  <c:v>155.27950310559007</c:v>
                </c:pt>
                <c:pt idx="7">
                  <c:v>146.19883040935673</c:v>
                </c:pt>
                <c:pt idx="8">
                  <c:v>138.12154696132598</c:v>
                </c:pt>
                <c:pt idx="9">
                  <c:v>130.89005235602096</c:v>
                </c:pt>
                <c:pt idx="10">
                  <c:v>124.37810945273631</c:v>
                </c:pt>
                <c:pt idx="11">
                  <c:v>118.48341232227489</c:v>
                </c:pt>
                <c:pt idx="12">
                  <c:v>113.12217194570137</c:v>
                </c:pt>
                <c:pt idx="13">
                  <c:v>108.22510822510823</c:v>
                </c:pt>
                <c:pt idx="14">
                  <c:v>103.7344398340249</c:v>
                </c:pt>
                <c:pt idx="15">
                  <c:v>99.601593625498012</c:v>
                </c:pt>
                <c:pt idx="16">
                  <c:v>95.785440613026822</c:v>
                </c:pt>
                <c:pt idx="17">
                  <c:v>92.250922509225092</c:v>
                </c:pt>
                <c:pt idx="18">
                  <c:v>88.967971530249116</c:v>
                </c:pt>
                <c:pt idx="19">
                  <c:v>85.910652920962207</c:v>
                </c:pt>
                <c:pt idx="20">
                  <c:v>83.056478405315616</c:v>
                </c:pt>
                <c:pt idx="21">
                  <c:v>80.385852090032159</c:v>
                </c:pt>
                <c:pt idx="22">
                  <c:v>77.881619937694708</c:v>
                </c:pt>
                <c:pt idx="23">
                  <c:v>75.528700906344412</c:v>
                </c:pt>
                <c:pt idx="24">
                  <c:v>73.313782991202345</c:v>
                </c:pt>
                <c:pt idx="25">
                  <c:v>71.225071225071218</c:v>
                </c:pt>
                <c:pt idx="26">
                  <c:v>69.252077562326875</c:v>
                </c:pt>
                <c:pt idx="27">
                  <c:v>67.385444743935309</c:v>
                </c:pt>
                <c:pt idx="28">
                  <c:v>65.616797900262469</c:v>
                </c:pt>
                <c:pt idx="29">
                  <c:v>63.938618925831193</c:v>
                </c:pt>
                <c:pt idx="30">
                  <c:v>62.344139650872812</c:v>
                </c:pt>
                <c:pt idx="31">
                  <c:v>60.827250608272507</c:v>
                </c:pt>
                <c:pt idx="32">
                  <c:v>59.382422802850357</c:v>
                </c:pt>
                <c:pt idx="33">
                  <c:v>58.004640371229698</c:v>
                </c:pt>
                <c:pt idx="34">
                  <c:v>56.689342403628117</c:v>
                </c:pt>
                <c:pt idx="35">
                  <c:v>55.432372505543235</c:v>
                </c:pt>
                <c:pt idx="36">
                  <c:v>54.229934924078087</c:v>
                </c:pt>
                <c:pt idx="37">
                  <c:v>53.07855626326964</c:v>
                </c:pt>
                <c:pt idx="38">
                  <c:v>51.975051975051976</c:v>
                </c:pt>
                <c:pt idx="39">
                  <c:v>50.916496945010188</c:v>
                </c:pt>
                <c:pt idx="40">
                  <c:v>49.900199600798402</c:v>
                </c:pt>
                <c:pt idx="41">
                  <c:v>48.923679060665364</c:v>
                </c:pt>
                <c:pt idx="42">
                  <c:v>47.984644913627641</c:v>
                </c:pt>
                <c:pt idx="43">
                  <c:v>47.080979284369114</c:v>
                </c:pt>
                <c:pt idx="44">
                  <c:v>46.210720887245841</c:v>
                </c:pt>
                <c:pt idx="45">
                  <c:v>45.372050816696913</c:v>
                </c:pt>
                <c:pt idx="46">
                  <c:v>44.563279857397504</c:v>
                </c:pt>
                <c:pt idx="47">
                  <c:v>43.782837127845887</c:v>
                </c:pt>
                <c:pt idx="48">
                  <c:v>43.029259896729776</c:v>
                </c:pt>
                <c:pt idx="49">
                  <c:v>42.301184433164131</c:v>
                </c:pt>
                <c:pt idx="50">
                  <c:v>41.597337770382694</c:v>
                </c:pt>
                <c:pt idx="51">
                  <c:v>40.916530278232408</c:v>
                </c:pt>
                <c:pt idx="52">
                  <c:v>40.257648953301128</c:v>
                </c:pt>
                <c:pt idx="53">
                  <c:v>39.61965134706815</c:v>
                </c:pt>
                <c:pt idx="54">
                  <c:v>39.001560062402497</c:v>
                </c:pt>
                <c:pt idx="55">
                  <c:v>38.402457757296467</c:v>
                </c:pt>
                <c:pt idx="56">
                  <c:v>37.821482602118003</c:v>
                </c:pt>
                <c:pt idx="57">
                  <c:v>37.257824143070046</c:v>
                </c:pt>
                <c:pt idx="58">
                  <c:v>36.710719530102793</c:v>
                </c:pt>
                <c:pt idx="59">
                  <c:v>36.179450072358897</c:v>
                </c:pt>
                <c:pt idx="60">
                  <c:v>35.66333808844508</c:v>
                </c:pt>
                <c:pt idx="61">
                  <c:v>35.16174402250352</c:v>
                </c:pt>
                <c:pt idx="62">
                  <c:v>34.674063800277395</c:v>
                </c:pt>
                <c:pt idx="63">
                  <c:v>34.19972640218878</c:v>
                </c:pt>
                <c:pt idx="64">
                  <c:v>33.738191632928476</c:v>
                </c:pt>
                <c:pt idx="65">
                  <c:v>33.288948069241009</c:v>
                </c:pt>
                <c:pt idx="66">
                  <c:v>32.851511169513799</c:v>
                </c:pt>
                <c:pt idx="67">
                  <c:v>32.425421530479895</c:v>
                </c:pt>
                <c:pt idx="68">
                  <c:v>32.010243277848907</c:v>
                </c:pt>
                <c:pt idx="69">
                  <c:v>31.605562579013906</c:v>
                </c:pt>
                <c:pt idx="70">
                  <c:v>31.210986267166042</c:v>
                </c:pt>
                <c:pt idx="71">
                  <c:v>30.826140567200987</c:v>
                </c:pt>
                <c:pt idx="72">
                  <c:v>30.450669914738125</c:v>
                </c:pt>
                <c:pt idx="73">
                  <c:v>30.084235860409144</c:v>
                </c:pt>
                <c:pt idx="74">
                  <c:v>29.726516052318669</c:v>
                </c:pt>
                <c:pt idx="75">
                  <c:v>29.377203290246769</c:v>
                </c:pt>
                <c:pt idx="76">
                  <c:v>29.036004645760745</c:v>
                </c:pt>
                <c:pt idx="77">
                  <c:v>28.702640642939151</c:v>
                </c:pt>
                <c:pt idx="78">
                  <c:v>28.376844494892168</c:v>
                </c:pt>
                <c:pt idx="79">
                  <c:v>28.058361391694724</c:v>
                </c:pt>
                <c:pt idx="80">
                  <c:v>27.746947835738069</c:v>
                </c:pt>
                <c:pt idx="81">
                  <c:v>27.4423710208562</c:v>
                </c:pt>
                <c:pt idx="82">
                  <c:v>27.14440825190011</c:v>
                </c:pt>
                <c:pt idx="83">
                  <c:v>26.852846401718583</c:v>
                </c:pt>
                <c:pt idx="84">
                  <c:v>26.567481402763018</c:v>
                </c:pt>
                <c:pt idx="85">
                  <c:v>26.288117770767613</c:v>
                </c:pt>
                <c:pt idx="86">
                  <c:v>26.014568158168576</c:v>
                </c:pt>
                <c:pt idx="87">
                  <c:v>25.746652935118433</c:v>
                </c:pt>
                <c:pt idx="88">
                  <c:v>25.484199796126401</c:v>
                </c:pt>
                <c:pt idx="89">
                  <c:v>25.227043390514631</c:v>
                </c:pt>
                <c:pt idx="90">
                  <c:v>24.975024975024976</c:v>
                </c:pt>
                <c:pt idx="91">
                  <c:v>24.72799208704253</c:v>
                </c:pt>
                <c:pt idx="92">
                  <c:v>24.485798237022525</c:v>
                </c:pt>
                <c:pt idx="93">
                  <c:v>24.248302618816684</c:v>
                </c:pt>
                <c:pt idx="94">
                  <c:v>24.015369836695484</c:v>
                </c:pt>
                <c:pt idx="95">
                  <c:v>23.78686964795433</c:v>
                </c:pt>
                <c:pt idx="96">
                  <c:v>23.562676720075402</c:v>
                </c:pt>
                <c:pt idx="97">
                  <c:v>23.34267040149393</c:v>
                </c:pt>
                <c:pt idx="98">
                  <c:v>23.126734505087882</c:v>
                </c:pt>
                <c:pt idx="99">
                  <c:v>22.914757103574704</c:v>
                </c:pt>
                <c:pt idx="100">
                  <c:v>22.706630336058129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E5-483A-89B4-27B84952B5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79627631"/>
        <c:axId val="1579625231"/>
      </c:scatterChart>
      <c:valAx>
        <c:axId val="15796276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9625231"/>
        <c:crosses val="autoZero"/>
        <c:crossBetween val="midCat"/>
      </c:valAx>
      <c:valAx>
        <c:axId val="1579625231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962763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E15A0-8B08-4D64-8395-7BD9095CB77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6F4E9-9E0E-466C-AEA2-B5E35F58D7A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10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6F4E9-9E0E-466C-AEA2-B5E35F58D7A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42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61D12-EBD6-2279-20FE-C301346E7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ED50660-5B6C-1213-A5D0-1395255B1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C952A78-1C1C-B2B9-C196-0C19BCD11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B75A0F-FDEB-285A-7D5A-4DD32FC26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6F4E9-9E0E-466C-AEA2-B5E35F58D7A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862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6F4E9-9E0E-466C-AEA2-B5E35F58D7A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80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31.png"/><Relationship Id="rId7" Type="http://schemas.openxmlformats.org/officeDocument/2006/relationships/image" Target="../media/image35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57.sv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2133600" y="3086100"/>
            <a:ext cx="13360450" cy="3199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Conception et etudes des sondes WAOU</a:t>
            </a:r>
          </a:p>
        </p:txBody>
      </p:sp>
    </p:spTree>
    <p:extLst>
      <p:ext uri="{BB962C8B-B14F-4D97-AF65-F5344CB8AC3E}">
        <p14:creationId xmlns:p14="http://schemas.microsoft.com/office/powerpoint/2010/main" val="1628065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257300" y="-266700"/>
            <a:ext cx="15773400" cy="9841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fr-FR" sz="60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</a:t>
            </a:r>
          </a:p>
          <a:p>
            <a:pPr marL="1028700" indent="-1028700">
              <a:buFont typeface="+mj-lt"/>
              <a:buAutoNum type="arabicPeriod"/>
            </a:pPr>
            <a:r>
              <a:rPr lang="fr-FR" sz="28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Contexte de l‘étude</a:t>
            </a:r>
          </a:p>
          <a:p>
            <a:pPr marL="1028700" indent="-1028700">
              <a:buFont typeface="+mj-lt"/>
              <a:buAutoNum type="arabicPeriod"/>
            </a:pPr>
            <a:r>
              <a:rPr lang="fr-FR" sz="28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Principe d’un Sonde résistif Waou </a:t>
            </a:r>
          </a:p>
          <a:p>
            <a:pPr marL="1485900" lvl="1" indent="-1028700">
              <a:buFont typeface="+mj-lt"/>
              <a:buAutoNum type="alphaUcPeriod"/>
            </a:pPr>
            <a:r>
              <a:rPr lang="fr-FR" sz="28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Compositions de la sonde de mesure</a:t>
            </a:r>
          </a:p>
          <a:p>
            <a:pPr marL="1485900" lvl="1" indent="-1028700">
              <a:buFont typeface="+mj-lt"/>
              <a:buAutoNum type="alphaUcPeriod"/>
            </a:pPr>
            <a:r>
              <a:rPr lang="fr-FR" sz="28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Dispositif électronique</a:t>
            </a:r>
          </a:p>
          <a:p>
            <a:pPr marL="1485900" lvl="1" indent="-1028700">
              <a:buFont typeface="+mj-lt"/>
              <a:buAutoNum type="alphaUcPeriod"/>
            </a:pPr>
            <a:r>
              <a:rPr lang="fr-FR" sz="28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Limite de mesure du dispositif électronique</a:t>
            </a:r>
          </a:p>
          <a:p>
            <a:pPr marL="1028700" indent="-1028700">
              <a:buFont typeface="+mj-lt"/>
              <a:buAutoNum type="arabicPeriod"/>
            </a:pPr>
            <a:r>
              <a:rPr lang="fr-FR" sz="28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Fabrication des capteurs</a:t>
            </a:r>
          </a:p>
          <a:p>
            <a:pPr marL="1485900" lvl="1" indent="-1028700">
              <a:buFont typeface="+mj-lt"/>
              <a:buAutoNum type="alphaUcPeriod"/>
            </a:pPr>
            <a:r>
              <a:rPr lang="fr-FR" sz="28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Conception du moule</a:t>
            </a:r>
          </a:p>
          <a:p>
            <a:pPr marL="1485900" lvl="1" indent="-1028700">
              <a:buFont typeface="+mj-lt"/>
              <a:buAutoNum type="alphaUcPeriod"/>
            </a:pPr>
            <a:r>
              <a:rPr lang="fr-FR" sz="28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Impression des bouchons et moules </a:t>
            </a:r>
          </a:p>
          <a:p>
            <a:pPr marL="1485900" lvl="1" indent="-1028700">
              <a:buFont typeface="+mj-lt"/>
              <a:buAutoNum type="alphaUcPeriod"/>
            </a:pPr>
            <a:r>
              <a:rPr lang="fr-FR" sz="28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Préparation du mélange (électrolyte poreux)</a:t>
            </a:r>
          </a:p>
          <a:p>
            <a:pPr marL="1028700" indent="-1028700">
              <a:buFont typeface="+mj-lt"/>
              <a:buAutoNum type="arabicPeriod"/>
            </a:pPr>
            <a:r>
              <a:rPr lang="fr-FR" sz="28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Validation des capteurs </a:t>
            </a:r>
          </a:p>
          <a:p>
            <a:pPr marL="1485900" lvl="1" indent="-1028700">
              <a:buFont typeface="+mj-lt"/>
              <a:buAutoNum type="alphaUcPeriod"/>
            </a:pPr>
            <a:r>
              <a:rPr lang="fr-FR" sz="28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Séchage capteurs</a:t>
            </a:r>
          </a:p>
          <a:p>
            <a:pPr marL="1485900" lvl="1" indent="-1028700">
              <a:buFont typeface="+mj-lt"/>
              <a:buAutoNum type="alphaUcPeriod"/>
            </a:pPr>
            <a:r>
              <a:rPr lang="fr-FR" sz="28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Mesures de 4 capteurs à des pF différentes</a:t>
            </a:r>
          </a:p>
          <a:p>
            <a:pPr marL="1028700" indent="-1028700">
              <a:buFont typeface="+mj-lt"/>
              <a:buAutoNum type="arabicPeriod"/>
            </a:pPr>
            <a:r>
              <a:rPr lang="fr-FR" sz="28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Bilan énergétique des capteurs (version 4.4)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800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Puissance limite </a:t>
            </a:r>
            <a:r>
              <a:rPr lang="fr-FR" sz="2800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Utilisée</a:t>
            </a:r>
            <a:endParaRPr lang="en-US" sz="2800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914400" lvl="1" indent="-457200">
              <a:buFont typeface="+mj-lt"/>
              <a:buAutoNum type="alphaUcPeriod"/>
            </a:pPr>
            <a:r>
              <a:rPr lang="en-US" sz="2800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Energie utilisée</a:t>
            </a:r>
          </a:p>
          <a:p>
            <a:pPr marL="914400" lvl="1" indent="-457200">
              <a:spcBef>
                <a:spcPct val="0"/>
              </a:spcBef>
              <a:buFont typeface="+mj-lt"/>
              <a:buAutoNum type="alphaUcPeriod"/>
            </a:pPr>
            <a:r>
              <a:rPr lang="en-US" sz="2800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Bilan </a:t>
            </a:r>
            <a:r>
              <a:rPr lang="en-US" sz="2800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Energétique</a:t>
            </a:r>
            <a:r>
              <a:rPr lang="en-US" sz="2800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la carte </a:t>
            </a:r>
            <a:r>
              <a:rPr lang="en-US" sz="2800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Méga</a:t>
            </a:r>
            <a:r>
              <a:rPr lang="en-US" sz="2800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2560</a:t>
            </a:r>
          </a:p>
          <a:p>
            <a:pPr marL="1943100" lvl="2" indent="-1028700">
              <a:buFont typeface="+mj-lt"/>
              <a:buAutoNum type="arabicPeriod"/>
            </a:pPr>
            <a:endParaRPr lang="fr-FR" sz="2800" b="1" dirty="0">
              <a:solidFill>
                <a:srgbClr val="14131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lvl="2"/>
            <a:endParaRPr lang="fr-FR" sz="2800" b="1" dirty="0">
              <a:solidFill>
                <a:srgbClr val="14131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1943100" lvl="2" indent="-1028700">
              <a:buFont typeface="+mj-lt"/>
              <a:buAutoNum type="arabicPeriod"/>
            </a:pPr>
            <a:endParaRPr lang="fr-FR" sz="2800" b="1" dirty="0">
              <a:solidFill>
                <a:srgbClr val="14131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210747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A964-7AD9-7265-A3E7-1740CA659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D9265BB2-C836-2D65-3AAB-1A376A87B454}"/>
              </a:ext>
            </a:extLst>
          </p:cNvPr>
          <p:cNvSpPr/>
          <p:nvPr/>
        </p:nvSpPr>
        <p:spPr>
          <a:xfrm>
            <a:off x="-14208" y="114152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8A6A5D2-3967-54AA-1BDF-DFA0203BF06C}"/>
              </a:ext>
            </a:extLst>
          </p:cNvPr>
          <p:cNvSpPr txBox="1"/>
          <p:nvPr/>
        </p:nvSpPr>
        <p:spPr>
          <a:xfrm>
            <a:off x="6705600" y="379091"/>
            <a:ext cx="9153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indent="-1028700">
              <a:buFont typeface="+mj-lt"/>
              <a:buAutoNum type="arabicPeriod"/>
            </a:pPr>
            <a:r>
              <a:rPr lang="fr-FR" sz="36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Contexte de l‘étude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C2C13E6-3AF4-F5F1-45EE-61A134AD7A2F}"/>
              </a:ext>
            </a:extLst>
          </p:cNvPr>
          <p:cNvSpPr txBox="1"/>
          <p:nvPr/>
        </p:nvSpPr>
        <p:spPr>
          <a:xfrm>
            <a:off x="7077193" y="1458256"/>
            <a:ext cx="4648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>
                <a:solidFill>
                  <a:schemeClr val="tx2"/>
                </a:solidFill>
              </a:rPr>
              <a:t>Les types d’eau dans le sol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C26D8D64-E702-E822-3E01-2170E8793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04442"/>
            <a:ext cx="4453464" cy="4468983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15A742D3-30CE-D302-8EEE-5277DD7E6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1" y="2104442"/>
            <a:ext cx="4985458" cy="4360463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28D937A8-0A12-12C1-FE72-62EDA0C237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1535" y="2032949"/>
            <a:ext cx="5582257" cy="4540473"/>
          </a:xfrm>
          <a:prstGeom prst="rect">
            <a:avLst/>
          </a:prstGeom>
        </p:spPr>
      </p:pic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95D548B8-744E-4C53-096D-5090784AA89D}"/>
              </a:ext>
            </a:extLst>
          </p:cNvPr>
          <p:cNvSpPr/>
          <p:nvPr/>
        </p:nvSpPr>
        <p:spPr>
          <a:xfrm>
            <a:off x="1397000" y="6573422"/>
            <a:ext cx="4699000" cy="1676396"/>
          </a:xfrm>
          <a:prstGeom prst="roundRect">
            <a:avLst/>
          </a:prstGeom>
          <a:solidFill>
            <a:schemeClr val="tx2">
              <a:alpha val="1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S’écoule sous l’effet de la gravité.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Peu disponible pour les plantes.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Se draine rapidement après l’apport d’eau.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CEBA7C13-058D-68F0-679D-B6C709702AE9}"/>
              </a:ext>
            </a:extLst>
          </p:cNvPr>
          <p:cNvSpPr/>
          <p:nvPr/>
        </p:nvSpPr>
        <p:spPr>
          <a:xfrm>
            <a:off x="6629400" y="6573422"/>
            <a:ext cx="5257800" cy="1676396"/>
          </a:xfrm>
          <a:prstGeom prst="roundRect">
            <a:avLst/>
          </a:prstGeom>
          <a:solidFill>
            <a:srgbClr val="00B050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Occupe les pores de taille moyenne.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Retenue par les forces capillaires.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Principale réserve d’eau utilisable par les plantes.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Peut se déplacer dans le sol vers les racines.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5E620697-EDC9-65CB-D9A4-ED482EE26FF3}"/>
              </a:ext>
            </a:extLst>
          </p:cNvPr>
          <p:cNvSpPr/>
          <p:nvPr/>
        </p:nvSpPr>
        <p:spPr>
          <a:xfrm>
            <a:off x="12677328" y="6573422"/>
            <a:ext cx="5596464" cy="1676396"/>
          </a:xfrm>
          <a:prstGeom prst="roundRect">
            <a:avLst/>
          </a:prstGeom>
          <a:solidFill>
            <a:schemeClr val="accent6">
              <a:alpha val="1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Forme une fine pellicule autour des particules du sol.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Très fortement retenue par les forces d’adsorption.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Pratiquement non disponible pour les plantes.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EE92AA71-BFF9-930C-798C-0C3FEACCAA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4200" y="9296942"/>
            <a:ext cx="4208830" cy="581020"/>
          </a:xfrm>
          <a:prstGeom prst="rect">
            <a:avLst/>
          </a:prstGeom>
        </p:spPr>
      </p:pic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98E69037-7A43-4135-8E7B-AD8B2C5FDEBF}"/>
              </a:ext>
            </a:extLst>
          </p:cNvPr>
          <p:cNvSpPr/>
          <p:nvPr/>
        </p:nvSpPr>
        <p:spPr>
          <a:xfrm>
            <a:off x="1371600" y="8387307"/>
            <a:ext cx="4453464" cy="581020"/>
          </a:xfrm>
          <a:prstGeom prst="roundRect">
            <a:avLst/>
          </a:prstGeom>
          <a:solidFill>
            <a:schemeClr val="tx2">
              <a:alpha val="1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Disponibilité pour les plantes </a:t>
            </a:r>
            <a:r>
              <a:rPr lang="fr-FR" b="1" dirty="0">
                <a:solidFill>
                  <a:schemeClr val="tx2">
                    <a:lumMod val="75000"/>
                  </a:schemeClr>
                </a:solidFill>
              </a:rPr>
              <a:t>FAIBLE</a:t>
            </a:r>
            <a:endParaRPr lang="fr-FR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53B2D141-BAB3-BAED-AF93-73AA4CB1D4C0}"/>
              </a:ext>
            </a:extLst>
          </p:cNvPr>
          <p:cNvSpPr/>
          <p:nvPr/>
        </p:nvSpPr>
        <p:spPr>
          <a:xfrm>
            <a:off x="6629400" y="8387307"/>
            <a:ext cx="5257800" cy="581020"/>
          </a:xfrm>
          <a:prstGeom prst="roundRect">
            <a:avLst/>
          </a:prstGeom>
          <a:solidFill>
            <a:srgbClr val="00B050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B050"/>
                </a:solidFill>
              </a:rPr>
              <a:t>Disponibilité pour les plantes </a:t>
            </a:r>
            <a:r>
              <a:rPr lang="fr-FR" b="1" dirty="0">
                <a:solidFill>
                  <a:srgbClr val="00B050"/>
                </a:solidFill>
              </a:rPr>
              <a:t>ÉLEVÉE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1CF9CF06-5AF0-CB38-BDBF-2E9684B7B42B}"/>
              </a:ext>
            </a:extLst>
          </p:cNvPr>
          <p:cNvSpPr/>
          <p:nvPr/>
        </p:nvSpPr>
        <p:spPr>
          <a:xfrm>
            <a:off x="12691536" y="8387306"/>
            <a:ext cx="5596464" cy="675088"/>
          </a:xfrm>
          <a:prstGeom prst="roundRect">
            <a:avLst/>
          </a:prstGeom>
          <a:solidFill>
            <a:schemeClr val="accent6">
              <a:alpha val="1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Disponibilité pour les plantes 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NULLE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B2ED899C-6A23-6866-E9E5-C7D528D6AB32}"/>
              </a:ext>
            </a:extLst>
          </p:cNvPr>
          <p:cNvSpPr txBox="1"/>
          <p:nvPr/>
        </p:nvSpPr>
        <p:spPr>
          <a:xfrm>
            <a:off x="257293" y="9300590"/>
            <a:ext cx="31264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Peu disponible</a:t>
            </a:r>
          </a:p>
          <a:p>
            <a:pPr algn="ctr"/>
            <a:r>
              <a:rPr lang="fr-FR" b="1" dirty="0">
                <a:solidFill>
                  <a:schemeClr val="tx2"/>
                </a:solidFill>
              </a:rPr>
              <a:t> (s'écoule vite)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2539465D-541A-EDA5-C9CA-DCE932A0005E}"/>
              </a:ext>
            </a:extLst>
          </p:cNvPr>
          <p:cNvSpPr txBox="1"/>
          <p:nvPr/>
        </p:nvSpPr>
        <p:spPr>
          <a:xfrm>
            <a:off x="7536537" y="9296942"/>
            <a:ext cx="28973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rgbClr val="00B050"/>
                </a:solidFill>
              </a:rPr>
              <a:t>Très disponible</a:t>
            </a:r>
          </a:p>
          <a:p>
            <a:pPr algn="ctr"/>
            <a:r>
              <a:rPr lang="fr-FR" b="1" dirty="0">
                <a:solidFill>
                  <a:srgbClr val="00B050"/>
                </a:solidFill>
              </a:rPr>
              <a:t> (eau utile)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DC40FA1A-9BDD-5107-909F-F146A8233ED2}"/>
              </a:ext>
            </a:extLst>
          </p:cNvPr>
          <p:cNvSpPr txBox="1"/>
          <p:nvPr/>
        </p:nvSpPr>
        <p:spPr>
          <a:xfrm>
            <a:off x="15130416" y="9274082"/>
            <a:ext cx="2674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Non disponible </a:t>
            </a:r>
          </a:p>
          <a:p>
            <a:pPr algn="ctr"/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(eau liée)</a:t>
            </a:r>
          </a:p>
        </p:txBody>
      </p:sp>
      <p:pic>
        <p:nvPicPr>
          <p:cNvPr id="57" name="Image 56">
            <a:extLst>
              <a:ext uri="{FF2B5EF4-FFF2-40B4-BE49-F238E27FC236}">
                <a16:creationId xmlns:a16="http://schemas.microsoft.com/office/drawing/2014/main" id="{08A8D67B-07CF-451F-8022-F3955B1282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3871" y="9339393"/>
            <a:ext cx="5172314" cy="5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10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71AB1-0E68-B743-19E3-DD65BAE14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CED9520E-42EE-3A34-68CC-ECD44B4DC57E}"/>
              </a:ext>
            </a:extLst>
          </p:cNvPr>
          <p:cNvSpPr/>
          <p:nvPr/>
        </p:nvSpPr>
        <p:spPr>
          <a:xfrm>
            <a:off x="257293" y="1061495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5784E2B-9176-23F0-75D2-0DA4A9F57456}"/>
              </a:ext>
            </a:extLst>
          </p:cNvPr>
          <p:cNvSpPr txBox="1"/>
          <p:nvPr/>
        </p:nvSpPr>
        <p:spPr>
          <a:xfrm>
            <a:off x="4645742" y="4152900"/>
            <a:ext cx="11051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indent="-1028700">
              <a:buFont typeface="+mj-lt"/>
              <a:buAutoNum type="arabicPeriod" startAt="2"/>
            </a:pPr>
            <a:r>
              <a:rPr lang="fr-FR" sz="40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Principe d’un Sonde résistif Waou</a:t>
            </a:r>
          </a:p>
        </p:txBody>
      </p:sp>
    </p:spTree>
    <p:extLst>
      <p:ext uri="{BB962C8B-B14F-4D97-AF65-F5344CB8AC3E}">
        <p14:creationId xmlns:p14="http://schemas.microsoft.com/office/powerpoint/2010/main" val="3243142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C20B4-EC54-9EDA-AB2F-DCAF3967B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1309D091-5F36-06A8-4FF9-EF68CE9084E4}"/>
              </a:ext>
            </a:extLst>
          </p:cNvPr>
          <p:cNvSpPr/>
          <p:nvPr/>
        </p:nvSpPr>
        <p:spPr>
          <a:xfrm>
            <a:off x="0" y="110490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427D18D-2DEA-B509-8EC4-4278339BC720}"/>
              </a:ext>
            </a:extLst>
          </p:cNvPr>
          <p:cNvSpPr txBox="1"/>
          <p:nvPr/>
        </p:nvSpPr>
        <p:spPr>
          <a:xfrm>
            <a:off x="5257800" y="-212084"/>
            <a:ext cx="99696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indent="-1028700">
              <a:buFont typeface="+mj-lt"/>
              <a:buAutoNum type="romanUcPeriod"/>
            </a:pPr>
            <a:endParaRPr lang="fr-FR" sz="3600" b="1" dirty="0">
              <a:solidFill>
                <a:srgbClr val="14131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1028700" indent="-1028700">
              <a:buFont typeface="+mj-lt"/>
              <a:buAutoNum type="alphaUcPeriod"/>
            </a:pPr>
            <a:r>
              <a:rPr lang="fr-FR" sz="36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Compositions de la sonde de mesure</a:t>
            </a:r>
            <a:endParaRPr lang="fr-FR" sz="3600" b="1" dirty="0">
              <a:solidFill>
                <a:srgbClr val="14131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endParaRPr lang="fr-FR" sz="3600" b="1" dirty="0">
              <a:solidFill>
                <a:srgbClr val="14131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982F6DC-BA9D-44F5-C3B3-09121158D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" y="1544049"/>
            <a:ext cx="7790658" cy="3914806"/>
          </a:xfrm>
          <a:prstGeom prst="rect">
            <a:avLst/>
          </a:prstGeom>
        </p:spPr>
      </p:pic>
      <p:grpSp>
        <p:nvGrpSpPr>
          <p:cNvPr id="31" name="Groupe 30">
            <a:extLst>
              <a:ext uri="{FF2B5EF4-FFF2-40B4-BE49-F238E27FC236}">
                <a16:creationId xmlns:a16="http://schemas.microsoft.com/office/drawing/2014/main" id="{A93F8348-001E-E095-DD85-A916CF2AE283}"/>
              </a:ext>
            </a:extLst>
          </p:cNvPr>
          <p:cNvGrpSpPr/>
          <p:nvPr/>
        </p:nvGrpSpPr>
        <p:grpSpPr>
          <a:xfrm>
            <a:off x="11184652" y="1648759"/>
            <a:ext cx="6453747" cy="3810096"/>
            <a:chOff x="975753" y="1714500"/>
            <a:chExt cx="6453747" cy="3810096"/>
          </a:xfrm>
        </p:grpSpPr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4607E1B5-79F0-51A9-B2C5-D114C0F0ED24}"/>
                </a:ext>
              </a:extLst>
            </p:cNvPr>
            <p:cNvSpPr txBox="1"/>
            <p:nvPr/>
          </p:nvSpPr>
          <p:spPr>
            <a:xfrm>
              <a:off x="5380924" y="5088546"/>
              <a:ext cx="20485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/>
                <a:t>Electrolyte poreux</a:t>
              </a:r>
            </a:p>
          </p:txBody>
        </p:sp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3C1D94CE-A81D-85CC-7AD0-D044C2A1A18F}"/>
                </a:ext>
              </a:extLst>
            </p:cNvPr>
            <p:cNvGrpSpPr/>
            <p:nvPr/>
          </p:nvGrpSpPr>
          <p:grpSpPr>
            <a:xfrm>
              <a:off x="975753" y="1714500"/>
              <a:ext cx="4830294" cy="3810096"/>
              <a:chOff x="975753" y="1714500"/>
              <a:chExt cx="4830294" cy="3810096"/>
            </a:xfrm>
          </p:grpSpPr>
          <p:pic>
            <p:nvPicPr>
              <p:cNvPr id="8" name="Image 7">
                <a:extLst>
                  <a:ext uri="{FF2B5EF4-FFF2-40B4-BE49-F238E27FC236}">
                    <a16:creationId xmlns:a16="http://schemas.microsoft.com/office/drawing/2014/main" id="{FC92BCF4-4050-4037-00A8-AF47792B71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00400" y="1714500"/>
                <a:ext cx="2590800" cy="3114623"/>
              </a:xfrm>
              <a:prstGeom prst="rect">
                <a:avLst/>
              </a:prstGeom>
            </p:spPr>
          </p:pic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5E9E2016-71D6-6036-0285-7640F090BB45}"/>
                  </a:ext>
                </a:extLst>
              </p:cNvPr>
              <p:cNvSpPr txBox="1"/>
              <p:nvPr/>
            </p:nvSpPr>
            <p:spPr>
              <a:xfrm>
                <a:off x="3048000" y="5155271"/>
                <a:ext cx="2209800" cy="369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/>
                  <a:t>Électrode interne </a:t>
                </a:r>
              </a:p>
            </p:txBody>
          </p:sp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DE6BE875-42A4-D1DF-0ABA-B4E370EF0EAA}"/>
                  </a:ext>
                </a:extLst>
              </p:cNvPr>
              <p:cNvSpPr txBox="1"/>
              <p:nvPr/>
            </p:nvSpPr>
            <p:spPr>
              <a:xfrm>
                <a:off x="975753" y="3467100"/>
                <a:ext cx="2209800" cy="369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/>
                  <a:t>Électrode Externe </a:t>
                </a:r>
              </a:p>
            </p:txBody>
          </p:sp>
          <p:cxnSp>
            <p:nvCxnSpPr>
              <p:cNvPr id="18" name="Connecteur droit avec flèche 17">
                <a:extLst>
                  <a:ext uri="{FF2B5EF4-FFF2-40B4-BE49-F238E27FC236}">
                    <a16:creationId xmlns:a16="http://schemas.microsoft.com/office/drawing/2014/main" id="{E3F56654-B51D-4E05-4C7B-C84041282138}"/>
                  </a:ext>
                </a:extLst>
              </p:cNvPr>
              <p:cNvCxnSpPr>
                <a:cxnSpLocks/>
                <a:endCxn id="14" idx="0"/>
              </p:cNvCxnSpPr>
              <p:nvPr/>
            </p:nvCxnSpPr>
            <p:spPr>
              <a:xfrm flipH="1">
                <a:off x="2080653" y="2781300"/>
                <a:ext cx="1500747" cy="6858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eur droit avec flèche 21">
                <a:extLst>
                  <a:ext uri="{FF2B5EF4-FFF2-40B4-BE49-F238E27FC236}">
                    <a16:creationId xmlns:a16="http://schemas.microsoft.com/office/drawing/2014/main" id="{AC003987-42C1-6672-8473-CBB079B83A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7193" y="4446025"/>
                <a:ext cx="118107" cy="7766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necteur droit avec flèche 23">
                <a:extLst>
                  <a:ext uri="{FF2B5EF4-FFF2-40B4-BE49-F238E27FC236}">
                    <a16:creationId xmlns:a16="http://schemas.microsoft.com/office/drawing/2014/main" id="{764A72B4-D719-3BE1-C22F-EDB22944D3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18555" y="4076700"/>
                <a:ext cx="787492" cy="10118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2" name="Image 31" descr="Red Arrow PNG Transparent Images Free Download - Pngfre">
            <a:extLst>
              <a:ext uri="{FF2B5EF4-FFF2-40B4-BE49-F238E27FC236}">
                <a16:creationId xmlns:a16="http://schemas.microsoft.com/office/drawing/2014/main" id="{88308F66-8392-A6AF-B144-275800DAC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239" y="2857664"/>
            <a:ext cx="2590800" cy="1330465"/>
          </a:xfrm>
          <a:prstGeom prst="rect">
            <a:avLst/>
          </a:prstGeom>
        </p:spPr>
      </p:pic>
      <p:pic>
        <p:nvPicPr>
          <p:cNvPr id="35" name="Image 34" descr="Red Arrow PNG Transparent Images Free Download - Pngfre">
            <a:extLst>
              <a:ext uri="{FF2B5EF4-FFF2-40B4-BE49-F238E27FC236}">
                <a16:creationId xmlns:a16="http://schemas.microsoft.com/office/drawing/2014/main" id="{6F57A92C-368A-12A1-43C1-358B0641F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449856">
            <a:off x="10990680" y="4864703"/>
            <a:ext cx="3041325" cy="6707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A9EECE73-8B20-BB87-C813-E55B0A79681C}"/>
                  </a:ext>
                </a:extLst>
              </p:cNvPr>
              <p:cNvSpPr txBox="1"/>
              <p:nvPr/>
            </p:nvSpPr>
            <p:spPr>
              <a:xfrm>
                <a:off x="7961364" y="6625488"/>
                <a:ext cx="3746597" cy="11991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2400" b="1" i="1">
                          <a:latin typeface="Cambria Math" panose="02040503050406030204" pitchFamily="18" charset="0"/>
                        </a:rPr>
                        <m:t>𝜴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pt-BR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pt-BR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pt-BR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pt-BR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pt-BR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den>
                          </m:f>
                        </m:e>
                      </m:d>
                      <m:r>
                        <a:rPr lang="pt-BR" sz="24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𝒍𝒏</m:t>
                      </m:r>
                      <m:d>
                        <m:dPr>
                          <m:ctrlPr>
                            <a:rPr lang="pt-BR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pt-BR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pt-BR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pt-BR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fr-FR" sz="2400" b="1" dirty="0"/>
              </a:p>
              <a:p>
                <a:endParaRPr lang="fr-FR" sz="2400" b="1" dirty="0"/>
              </a:p>
            </p:txBody>
          </p:sp>
        </mc:Choice>
        <mc:Fallback xmlns="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A9EECE73-8B20-BB87-C813-E55B0A796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1364" y="6625488"/>
                <a:ext cx="3746597" cy="11991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ZoneTexte 39">
            <a:extLst>
              <a:ext uri="{FF2B5EF4-FFF2-40B4-BE49-F238E27FC236}">
                <a16:creationId xmlns:a16="http://schemas.microsoft.com/office/drawing/2014/main" id="{13A93BCA-0746-664F-D477-3B039A236BAE}"/>
              </a:ext>
            </a:extLst>
          </p:cNvPr>
          <p:cNvSpPr txBox="1"/>
          <p:nvPr/>
        </p:nvSpPr>
        <p:spPr>
          <a:xfrm>
            <a:off x="10006853" y="7801480"/>
            <a:ext cx="2804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B050"/>
                </a:solidFill>
              </a:rPr>
              <a:t>D’un facteur géométrique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1D0529BA-7ACD-6E07-4286-EFBF430B397D}"/>
              </a:ext>
            </a:extLst>
          </p:cNvPr>
          <p:cNvSpPr txBox="1"/>
          <p:nvPr/>
        </p:nvSpPr>
        <p:spPr>
          <a:xfrm>
            <a:off x="5938664" y="7691024"/>
            <a:ext cx="35863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De la résistivité d’un matériau solide  </a:t>
            </a:r>
          </a:p>
          <a:p>
            <a:pPr algn="ctr"/>
            <a:r>
              <a:rPr lang="fr-FR" sz="2000" dirty="0">
                <a:solidFill>
                  <a:srgbClr val="FF0000"/>
                </a:solidFill>
              </a:rPr>
              <a:t>ρ = 1/σ =%𝐻2𝑂 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45F4D5D4-1D9C-3840-D89B-B92F2730AF92}"/>
              </a:ext>
            </a:extLst>
          </p:cNvPr>
          <p:cNvSpPr txBox="1"/>
          <p:nvPr/>
        </p:nvSpPr>
        <p:spPr>
          <a:xfrm>
            <a:off x="8058760" y="6144742"/>
            <a:ext cx="38961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Résistance(R) du capteur </a:t>
            </a:r>
          </a:p>
        </p:txBody>
      </p:sp>
      <p:sp>
        <p:nvSpPr>
          <p:cNvPr id="45" name="Parenthèses 44">
            <a:extLst>
              <a:ext uri="{FF2B5EF4-FFF2-40B4-BE49-F238E27FC236}">
                <a16:creationId xmlns:a16="http://schemas.microsoft.com/office/drawing/2014/main" id="{4C1BDA5B-0BCD-41B4-62B5-8558BD57870F}"/>
              </a:ext>
            </a:extLst>
          </p:cNvPr>
          <p:cNvSpPr/>
          <p:nvPr/>
        </p:nvSpPr>
        <p:spPr>
          <a:xfrm>
            <a:off x="5938665" y="7733499"/>
            <a:ext cx="3798416" cy="634633"/>
          </a:xfrm>
          <a:prstGeom prst="bracketPair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Parenthèses 46">
            <a:extLst>
              <a:ext uri="{FF2B5EF4-FFF2-40B4-BE49-F238E27FC236}">
                <a16:creationId xmlns:a16="http://schemas.microsoft.com/office/drawing/2014/main" id="{79FBD0A0-EEF8-63BF-B669-446732B6F92E}"/>
              </a:ext>
            </a:extLst>
          </p:cNvPr>
          <p:cNvSpPr/>
          <p:nvPr/>
        </p:nvSpPr>
        <p:spPr>
          <a:xfrm>
            <a:off x="9834662" y="7738756"/>
            <a:ext cx="2804348" cy="566652"/>
          </a:xfrm>
          <a:prstGeom prst="bracketPair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9557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04DEB-6729-47FD-1E97-723A893A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90FE1B08-58DA-3C88-D7F3-B83842CBD05F}"/>
              </a:ext>
            </a:extLst>
          </p:cNvPr>
          <p:cNvSpPr/>
          <p:nvPr/>
        </p:nvSpPr>
        <p:spPr>
          <a:xfrm>
            <a:off x="257293" y="1061495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D4118A1-2590-428D-E152-985C7CAEBFE7}"/>
              </a:ext>
            </a:extLst>
          </p:cNvPr>
          <p:cNvSpPr txBox="1"/>
          <p:nvPr/>
        </p:nvSpPr>
        <p:spPr>
          <a:xfrm>
            <a:off x="5257800" y="-212084"/>
            <a:ext cx="91537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indent="-1028700">
              <a:buFont typeface="+mj-lt"/>
              <a:buAutoNum type="romanUcPeriod"/>
            </a:pPr>
            <a:endParaRPr lang="fr-FR" sz="3600" b="1" dirty="0">
              <a:solidFill>
                <a:srgbClr val="14131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1028700" indent="-1028700">
              <a:buFont typeface="+mj-lt"/>
              <a:buAutoNum type="alphaUcPeriod" startAt="2"/>
            </a:pPr>
            <a:r>
              <a:rPr lang="fr-FR" sz="36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Principe de Mesure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84DE903-DC5F-690C-C820-11A3A7506DC1}"/>
              </a:ext>
            </a:extLst>
          </p:cNvPr>
          <p:cNvSpPr txBox="1"/>
          <p:nvPr/>
        </p:nvSpPr>
        <p:spPr>
          <a:xfrm>
            <a:off x="6389164" y="7592271"/>
            <a:ext cx="1478356" cy="326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6"/>
              </a:lnSpc>
              <a:spcBef>
                <a:spcPct val="0"/>
              </a:spcBef>
            </a:pPr>
            <a:endParaRPr lang="en-US" sz="2704" dirty="0">
              <a:solidFill>
                <a:srgbClr val="730EF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49123B5-25F4-925C-BAAE-B2657886D419}"/>
                  </a:ext>
                </a:extLst>
              </p:cNvPr>
              <p:cNvSpPr txBox="1"/>
              <p:nvPr/>
            </p:nvSpPr>
            <p:spPr>
              <a:xfrm>
                <a:off x="2563630" y="6172181"/>
                <a:ext cx="3825534" cy="1460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2800" i="1" smtClean="0">
                              <a:latin typeface="Cambria Math" panose="02040503050406030204" pitchFamily="18" charset="0"/>
                            </a:rPr>
                            <m:t>𝑐𝑎𝑝</m:t>
                          </m:r>
                        </m:sub>
                      </m:sSub>
                      <m:r>
                        <a:rPr lang="fr-FR" sz="28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2800" i="1" smtClean="0">
                              <a:latin typeface="Cambria Math" panose="02040503050406030204" pitchFamily="18" charset="0"/>
                            </a:rPr>
                            <m:t>𝑚𝑒𝑠</m:t>
                          </m:r>
                        </m:sub>
                      </m:sSub>
                      <m:d>
                        <m:dPr>
                          <m:ctrlPr>
                            <a:rPr lang="fr-F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80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fr-FR" sz="2800" i="1" smtClean="0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fr-F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80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fr-FR" sz="2800" i="1" smtClean="0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fr-FR" sz="3200" dirty="0"/>
              </a:p>
              <a:p>
                <a:endParaRPr lang="fr-FR" sz="3200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49123B5-25F4-925C-BAAE-B2657886D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630" y="6172181"/>
                <a:ext cx="3825534" cy="14605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8F2CB1D6-E020-B8A3-3388-EF820B084D2A}"/>
                  </a:ext>
                </a:extLst>
              </p:cNvPr>
              <p:cNvSpPr txBox="1"/>
              <p:nvPr/>
            </p:nvSpPr>
            <p:spPr>
              <a:xfrm>
                <a:off x="7948918" y="6172181"/>
                <a:ext cx="4690258" cy="13990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𝑐𝑎𝑝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𝑚𝑒𝑠</m:t>
                          </m:r>
                        </m:sub>
                      </m:sSub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𝐴𝐷𝐶</m:t>
                              </m:r>
                            </m:num>
                            <m:den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𝐴𝐷𝐶𝑚𝑎𝑥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𝐴𝐷𝐶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fr-FR" sz="2800" dirty="0"/>
              </a:p>
              <a:p>
                <a:endParaRPr lang="fr-FR" sz="2800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8F2CB1D6-E020-B8A3-3388-EF820B084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8918" y="6172181"/>
                <a:ext cx="4690258" cy="13990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CB2DC040-9915-C2C3-3FA4-59D7D30104A4}"/>
                  </a:ext>
                </a:extLst>
              </p:cNvPr>
              <p:cNvSpPr txBox="1"/>
              <p:nvPr/>
            </p:nvSpPr>
            <p:spPr>
              <a:xfrm>
                <a:off x="5444974" y="7277100"/>
                <a:ext cx="5375426" cy="13874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fr-FR" sz="2800" b="1" dirty="0"/>
                  <a:t>Avec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pl-PL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l-PL" sz="2000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l-PL" sz="2000" b="1" i="1">
                                <a:latin typeface="Cambria Math" panose="02040503050406030204" pitchFamily="18" charset="0"/>
                              </a:rPr>
                              <m:t>𝑼</m:t>
                            </m:r>
                            <m:r>
                              <a:rPr lang="pl-PL" sz="20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l-PL" sz="2000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pl-PL" sz="20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l-PL" sz="20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e>
                            <m:sSub>
                              <m:sSubPr>
                                <m:ctrlPr>
                                  <a:rPr lang="pl-PL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l-PL" sz="2000" b="1" i="1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pl-PL" sz="2000" b="1" i="1">
                                    <a:latin typeface="Cambria Math" panose="02040503050406030204" pitchFamily="18" charset="0"/>
                                  </a:rPr>
                                  <m:t>𝒐𝒖𝒕</m:t>
                                </m:r>
                              </m:sub>
                            </m:sSub>
                            <m:r>
                              <a:rPr lang="pl-PL" sz="2000" b="1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pl-PL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l-PL" sz="20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pl-PL" sz="2000" b="1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l-PL" sz="2000" b="1" i="1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d>
                            <m:r>
                              <a:rPr lang="pl-PL" sz="20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e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𝑨𝑫𝑪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é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𝒑𝒂𝒏𝒕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𝒅𝒆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𝒍𝒂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𝒄𝒂𝒓𝒕𝒆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𝒖𝒕𝒊𝒍𝒊𝒔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é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  <m:r>
                              <a:rPr lang="fr-FR" sz="20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pl-PL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l-PL" sz="2000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pl-PL" sz="2000" b="1" i="1">
                                    <a:latin typeface="Cambria Math" panose="02040503050406030204" pitchFamily="18" charset="0"/>
                                  </a:rPr>
                                  <m:t>𝒎𝒆𝒔</m:t>
                                </m:r>
                              </m:sub>
                            </m:sSub>
                            <m:r>
                              <a:rPr lang="pl-PL" sz="2000" b="1" i="1">
                                <a:latin typeface="Cambria Math" panose="02040503050406030204" pitchFamily="18" charset="0"/>
                              </a:rPr>
                              <m:t>≈</m:t>
                            </m:r>
                            <m:r>
                              <a:rPr lang="pl-PL" sz="2000" b="1" i="1">
                                <a:latin typeface="Cambria Math" panose="02040503050406030204" pitchFamily="18" charset="0"/>
                              </a:rPr>
                              <m:t>𝟗𝟗𝟔𝟎𝟎</m:t>
                            </m:r>
                            <m:r>
                              <a:rPr lang="pl-PL" sz="20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l-PL" sz="2000" b="1" i="1">
                                <a:latin typeface="Cambria Math" panose="02040503050406030204" pitchFamily="18" charset="0"/>
                              </a:rPr>
                              <m:t>𝜴</m:t>
                            </m:r>
                          </m:e>
                        </m:eqArr>
                      </m:e>
                    </m:d>
                  </m:oMath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CB2DC040-9915-C2C3-3FA4-59D7D3010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974" y="7277100"/>
                <a:ext cx="5375426" cy="1387431"/>
              </a:xfrm>
              <a:prstGeom prst="rect">
                <a:avLst/>
              </a:prstGeom>
              <a:blipFill>
                <a:blip r:embed="rId4"/>
                <a:stretch>
                  <a:fillRect l="-396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 16">
            <a:extLst>
              <a:ext uri="{FF2B5EF4-FFF2-40B4-BE49-F238E27FC236}">
                <a16:creationId xmlns:a16="http://schemas.microsoft.com/office/drawing/2014/main" id="{5A3E8376-26C6-BD97-DAA7-79FB8DB9E7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734" y="1258354"/>
            <a:ext cx="3641572" cy="436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8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97133-0041-6DE0-8D0A-F3CD338BB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AA5CD049-6AF9-A383-6B9D-0DD50F018E2B}"/>
              </a:ext>
            </a:extLst>
          </p:cNvPr>
          <p:cNvSpPr/>
          <p:nvPr/>
        </p:nvSpPr>
        <p:spPr>
          <a:xfrm>
            <a:off x="257293" y="1061495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0D9C38B-4C98-F058-BED2-2EE90E7B3D13}"/>
              </a:ext>
            </a:extLst>
          </p:cNvPr>
          <p:cNvSpPr txBox="1"/>
          <p:nvPr/>
        </p:nvSpPr>
        <p:spPr>
          <a:xfrm>
            <a:off x="5224142" y="233648"/>
            <a:ext cx="9153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indent="-1028700">
              <a:buFont typeface="+mj-lt"/>
              <a:buAutoNum type="alphaUcPeriod" startAt="2"/>
            </a:pPr>
            <a:r>
              <a:rPr lang="fr-FR" sz="36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Dispositif électronique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331618EF-9811-F56E-C004-C04DD45B3E1D}"/>
              </a:ext>
            </a:extLst>
          </p:cNvPr>
          <p:cNvGrpSpPr/>
          <p:nvPr/>
        </p:nvGrpSpPr>
        <p:grpSpPr>
          <a:xfrm>
            <a:off x="1" y="1134745"/>
            <a:ext cx="8686799" cy="7666317"/>
            <a:chOff x="2563630" y="1258354"/>
            <a:chExt cx="11802616" cy="83920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76B01B0C-D49C-7B9B-4B36-9D045CBEB25A}"/>
                    </a:ext>
                  </a:extLst>
                </p:cNvPr>
                <p:cNvSpPr txBox="1"/>
                <p:nvPr/>
              </p:nvSpPr>
              <p:spPr>
                <a:xfrm>
                  <a:off x="7948918" y="6172181"/>
                  <a:ext cx="6417328" cy="15625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𝑐𝑎𝑝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𝑚𝑒𝑠</m:t>
                            </m:r>
                          </m:sub>
                        </m:sSub>
                        <m:d>
                          <m:d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𝐴𝐷𝐶</m:t>
                                </m:r>
                              </m:num>
                              <m:den>
                                <m:r>
                                  <a:rPr lang="fr-FR" sz="2800" b="0" i="1" smtClean="0">
                                    <a:latin typeface="Cambria Math" panose="02040503050406030204" pitchFamily="18" charset="0"/>
                                  </a:rPr>
                                  <m:t>𝐴𝐷𝐶𝑚𝑎𝑥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𝐴𝐷𝐶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fr-FR" sz="2800" dirty="0"/>
                </a:p>
                <a:p>
                  <a:endParaRPr lang="fr-FR" sz="2800" dirty="0"/>
                </a:p>
              </p:txBody>
            </p:sp>
          </mc:Choice>
          <mc:Fallback xmlns="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76B01B0C-D49C-7B9B-4B36-9D045CBEB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8918" y="6172181"/>
                  <a:ext cx="6417328" cy="1562539"/>
                </a:xfrm>
                <a:prstGeom prst="rect">
                  <a:avLst/>
                </a:prstGeom>
                <a:blipFill>
                  <a:blip r:embed="rId2"/>
                  <a:stretch>
                    <a:fillRect r="-271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ZoneTexte 14">
                  <a:extLst>
                    <a:ext uri="{FF2B5EF4-FFF2-40B4-BE49-F238E27FC236}">
                      <a16:creationId xmlns:a16="http://schemas.microsoft.com/office/drawing/2014/main" id="{9AFCDD3D-7B01-A79D-FE3F-9DEF4B4C54F4}"/>
                    </a:ext>
                  </a:extLst>
                </p:cNvPr>
                <p:cNvSpPr txBox="1"/>
                <p:nvPr/>
              </p:nvSpPr>
              <p:spPr>
                <a:xfrm>
                  <a:off x="5444974" y="7277100"/>
                  <a:ext cx="3699026" cy="23733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fr-FR" sz="2800" b="1" dirty="0"/>
                    <a:t>Avec 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l-PL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800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l-PL" sz="2800" b="1" i="1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  <m:r>
                                <a:rPr lang="pl-PL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l-PL" sz="2800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pl-PL" sz="28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l-PL" sz="28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pl-PL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800" b="1" i="1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pl-PL" sz="2800" b="1" i="1">
                                      <a:latin typeface="Cambria Math" panose="02040503050406030204" pitchFamily="18" charset="0"/>
                                    </a:rPr>
                                    <m:t>𝒐𝒖𝒕</m:t>
                                  </m:r>
                                </m:sub>
                              </m:sSub>
                              <m:r>
                                <a:rPr lang="pl-PL" sz="2800" b="1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l-PL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8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pl-PL" sz="2800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l-PL" sz="2800" b="1" i="1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e>
                              </m:d>
                              <m:r>
                                <a:rPr lang="pl-PL" sz="28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e>
                              <m:r>
                                <a:rPr lang="pl-PL" sz="2800" b="1" i="1">
                                  <a:latin typeface="Cambria Math" panose="02040503050406030204" pitchFamily="18" charset="0"/>
                                </a:rPr>
                                <m:t>𝑨𝑫𝑪</m:t>
                              </m:r>
                              <m:r>
                                <a:rPr lang="pl-PL" sz="2800" b="1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l-PL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8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pl-PL" sz="2800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l-PL" sz="2800" b="1" i="1">
                                      <a:latin typeface="Cambria Math" panose="02040503050406030204" pitchFamily="18" charset="0"/>
                                    </a:rPr>
                                    <m:t>𝟏𝟎𝟐𝟑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pl-PL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8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pl-PL" sz="2800" b="1" i="1">
                                      <a:latin typeface="Cambria Math" panose="02040503050406030204" pitchFamily="18" charset="0"/>
                                    </a:rPr>
                                    <m:t>𝒎𝒆𝒔</m:t>
                                  </m:r>
                                </m:sub>
                              </m:sSub>
                              <m:r>
                                <a:rPr lang="pl-PL" sz="2800" b="1" i="1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pl-PL" sz="2800" b="1" i="1">
                                  <a:latin typeface="Cambria Math" panose="02040503050406030204" pitchFamily="18" charset="0"/>
                                </a:rPr>
                                <m:t>𝟗𝟗𝟔𝟎𝟎</m:t>
                              </m:r>
                              <m:r>
                                <a:rPr lang="pl-PL" sz="28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l-PL" sz="2800" b="1" i="1">
                                  <a:latin typeface="Cambria Math" panose="02040503050406030204" pitchFamily="18" charset="0"/>
                                </a:rPr>
                                <m:t>𝜴</m:t>
                              </m:r>
                            </m:e>
                          </m:eqArr>
                        </m:e>
                      </m:d>
                    </m:oMath>
                  </a14:m>
                  <a:endParaRPr lang="fr-FR" sz="2800" b="1" dirty="0"/>
                </a:p>
                <a:p>
                  <a:endParaRPr lang="fr-FR" sz="2800" b="1" dirty="0"/>
                </a:p>
              </p:txBody>
            </p:sp>
          </mc:Choice>
          <mc:Fallback xmlns="">
            <p:sp>
              <p:nvSpPr>
                <p:cNvPr id="15" name="ZoneTexte 14">
                  <a:extLst>
                    <a:ext uri="{FF2B5EF4-FFF2-40B4-BE49-F238E27FC236}">
                      <a16:creationId xmlns:a16="http://schemas.microsoft.com/office/drawing/2014/main" id="{9AFCDD3D-7B01-A79D-FE3F-9DEF4B4C5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4974" y="7277100"/>
                  <a:ext cx="3699026" cy="2373342"/>
                </a:xfrm>
                <a:prstGeom prst="rect">
                  <a:avLst/>
                </a:prstGeom>
                <a:blipFill>
                  <a:blip r:embed="rId3"/>
                  <a:stretch>
                    <a:fillRect l="-8072" r="-3430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E5F00D5D-EDB8-2FD0-00CC-ECB5A3928AF7}"/>
                </a:ext>
              </a:extLst>
            </p:cNvPr>
            <p:cNvGrpSpPr/>
            <p:nvPr/>
          </p:nvGrpSpPr>
          <p:grpSpPr>
            <a:xfrm>
              <a:off x="2563630" y="1258354"/>
              <a:ext cx="7124676" cy="6660601"/>
              <a:chOff x="2563630" y="1258354"/>
              <a:chExt cx="7124676" cy="6660601"/>
            </a:xfrm>
          </p:grpSpPr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A7B015EB-D810-E001-4F5F-658DD823505B}"/>
                  </a:ext>
                </a:extLst>
              </p:cNvPr>
              <p:cNvSpPr txBox="1"/>
              <p:nvPr/>
            </p:nvSpPr>
            <p:spPr>
              <a:xfrm>
                <a:off x="6389164" y="7592271"/>
                <a:ext cx="1478356" cy="32668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786"/>
                  </a:lnSpc>
                  <a:spcBef>
                    <a:spcPct val="0"/>
                  </a:spcBef>
                </a:pPr>
                <a:endParaRPr lang="en-US" sz="2704" dirty="0">
                  <a:solidFill>
                    <a:srgbClr val="730EF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ZoneTexte 10">
                    <a:extLst>
                      <a:ext uri="{FF2B5EF4-FFF2-40B4-BE49-F238E27FC236}">
                        <a16:creationId xmlns:a16="http://schemas.microsoft.com/office/drawing/2014/main" id="{6FE423F0-6EA9-CD7B-F82E-28A8C33CFBEC}"/>
                      </a:ext>
                    </a:extLst>
                  </p:cNvPr>
                  <p:cNvSpPr txBox="1"/>
                  <p:nvPr/>
                </p:nvSpPr>
                <p:spPr>
                  <a:xfrm>
                    <a:off x="2563630" y="6172181"/>
                    <a:ext cx="3825534" cy="146059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  <m:t>𝑐𝑎𝑝</m:t>
                              </m:r>
                            </m:sub>
                          </m:sSub>
                          <m:r>
                            <a:rPr lang="fr-FR" sz="28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  <m:t>𝑚𝑒𝑠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fr-FR" sz="2800" i="1" smtClean="0">
                                          <a:latin typeface="Cambria Math" panose="02040503050406030204" pitchFamily="18" charset="0"/>
                                        </a:rPr>
                                        <m:t>𝑜𝑢𝑡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28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fr-FR" sz="280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fr-FR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fr-FR" sz="2800" i="1" smtClean="0">
                                          <a:latin typeface="Cambria Math" panose="02040503050406030204" pitchFamily="18" charset="0"/>
                                        </a:rPr>
                                        <m:t>𝑜𝑢𝑡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oMath>
                      </m:oMathPara>
                    </a14:m>
                    <a:endParaRPr lang="fr-FR" sz="3200" dirty="0"/>
                  </a:p>
                  <a:p>
                    <a:endParaRPr lang="fr-FR" sz="3200" dirty="0"/>
                  </a:p>
                </p:txBody>
              </p:sp>
            </mc:Choice>
            <mc:Fallback xmlns="">
              <p:sp>
                <p:nvSpPr>
                  <p:cNvPr id="11" name="ZoneTexte 10">
                    <a:extLst>
                      <a:ext uri="{FF2B5EF4-FFF2-40B4-BE49-F238E27FC236}">
                        <a16:creationId xmlns:a16="http://schemas.microsoft.com/office/drawing/2014/main" id="{6FE423F0-6EA9-CD7B-F82E-28A8C33CFB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63630" y="6172181"/>
                    <a:ext cx="3825534" cy="146059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29870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7" name="Image 16">
                <a:extLst>
                  <a:ext uri="{FF2B5EF4-FFF2-40B4-BE49-F238E27FC236}">
                    <a16:creationId xmlns:a16="http://schemas.microsoft.com/office/drawing/2014/main" id="{D7E89E2A-690E-F505-1A14-6B14223E60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46734" y="1258354"/>
                <a:ext cx="3641572" cy="4361368"/>
              </a:xfrm>
              <a:prstGeom prst="rect">
                <a:avLst/>
              </a:prstGeom>
            </p:spPr>
          </p:pic>
        </p:grp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39465C98-9803-8977-55A8-CF5148D80F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34800" y="1648282"/>
            <a:ext cx="5562600" cy="417930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8D8AB68-84C0-8751-5CD3-1D3FB63142E3}"/>
              </a:ext>
            </a:extLst>
          </p:cNvPr>
          <p:cNvSpPr txBox="1"/>
          <p:nvPr/>
        </p:nvSpPr>
        <p:spPr>
          <a:xfrm>
            <a:off x="12624662" y="5827588"/>
            <a:ext cx="9345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Arduino Mega 2560</a:t>
            </a:r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40FC080A-ACAA-CE1A-D0D4-8D9306AC5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560165"/>
              </p:ext>
            </p:extLst>
          </p:nvPr>
        </p:nvGraphicFramePr>
        <p:xfrm>
          <a:off x="9834789" y="6289253"/>
          <a:ext cx="8453210" cy="21680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26605">
                  <a:extLst>
                    <a:ext uri="{9D8B030D-6E8A-4147-A177-3AD203B41FA5}">
                      <a16:colId xmlns:a16="http://schemas.microsoft.com/office/drawing/2014/main" val="3979460408"/>
                    </a:ext>
                  </a:extLst>
                </a:gridCol>
                <a:gridCol w="4226605">
                  <a:extLst>
                    <a:ext uri="{9D8B030D-6E8A-4147-A177-3AD203B41FA5}">
                      <a16:colId xmlns:a16="http://schemas.microsoft.com/office/drawing/2014/main" val="2400876148"/>
                    </a:ext>
                  </a:extLst>
                </a:gridCol>
              </a:tblGrid>
              <a:tr h="3613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Paramètre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Valeur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14213760"/>
                  </a:ext>
                </a:extLst>
              </a:tr>
              <a:tr h="3613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Microcontrôleur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ATmega2560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4701726"/>
                  </a:ext>
                </a:extLst>
              </a:tr>
              <a:tr h="3613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Tension de fonctionnement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5 V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0887647"/>
                  </a:ext>
                </a:extLst>
              </a:tr>
              <a:tr h="3613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Résolution ADC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10 bits (0 à 1023) 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18777571"/>
                  </a:ext>
                </a:extLst>
              </a:tr>
              <a:tr h="3613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Nombre d'entrées analogiques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16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6340778"/>
                  </a:ext>
                </a:extLst>
              </a:tr>
              <a:tr h="3613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Fréquence d'horloge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16 MHz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01951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826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TextBox 5"/>
          <p:cNvSpPr txBox="1"/>
          <p:nvPr/>
        </p:nvSpPr>
        <p:spPr>
          <a:xfrm>
            <a:off x="777674" y="1431741"/>
            <a:ext cx="156972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800" indent="-685800" algn="ctr">
              <a:buFont typeface="+mj-lt"/>
              <a:buAutoNum type="alphaLcPeriod"/>
            </a:pPr>
            <a:r>
              <a:rPr lang="fr-FR" sz="24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Limites de mesures du système électronique (</a:t>
            </a:r>
            <a:r>
              <a:rPr lang="fr-FR" sz="2400" dirty="0" err="1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Atmega</a:t>
            </a:r>
            <a:r>
              <a:rPr lang="fr-FR" sz="24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2560)</a:t>
            </a: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EB853F34-AFEF-A201-683D-9FFD9E780216}"/>
              </a:ext>
            </a:extLst>
          </p:cNvPr>
          <p:cNvSpPr/>
          <p:nvPr/>
        </p:nvSpPr>
        <p:spPr>
          <a:xfrm>
            <a:off x="1353732" y="1009649"/>
            <a:ext cx="1379087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DFFD7CB5-6DF5-870E-AF4F-11508D15BDEC}"/>
                  </a:ext>
                </a:extLst>
              </p:cNvPr>
              <p:cNvSpPr txBox="1"/>
              <p:nvPr/>
            </p:nvSpPr>
            <p:spPr>
              <a:xfrm>
                <a:off x="4359074" y="2335293"/>
                <a:ext cx="4267200" cy="11991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𝒄𝒂𝒑</m:t>
                          </m:r>
                        </m:sub>
                      </m:sSub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𝟗𝟗𝟔𝟎𝟎</m:t>
                      </m:r>
                      <m:d>
                        <m:dPr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𝑨𝑫𝑪</m:t>
                              </m:r>
                            </m:num>
                            <m:den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𝟏𝟎𝟐𝟑</m:t>
                              </m:r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𝑨𝑫𝑪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fr-FR" sz="2400" b="1" dirty="0"/>
              </a:p>
              <a:p>
                <a:endParaRPr lang="fr-FR" sz="2400" b="1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DFFD7CB5-6DF5-870E-AF4F-11508D15B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074" y="2335293"/>
                <a:ext cx="4267200" cy="11991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D8A1B5C4-4EB3-7EF2-B955-421B88B13811}"/>
              </a:ext>
            </a:extLst>
          </p:cNvPr>
          <p:cNvSpPr txBox="1"/>
          <p:nvPr/>
        </p:nvSpPr>
        <p:spPr>
          <a:xfrm>
            <a:off x="5224142" y="233648"/>
            <a:ext cx="9153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indent="-1028700">
              <a:buFont typeface="+mj-lt"/>
              <a:buAutoNum type="alphaUcPeriod" startAt="2"/>
            </a:pPr>
            <a:r>
              <a:rPr lang="fr-FR" sz="36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Dispositif électronique</a:t>
            </a:r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1AAE110B-BE9B-1B3D-938F-295839C94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428037"/>
              </p:ext>
            </p:extLst>
          </p:nvPr>
        </p:nvGraphicFramePr>
        <p:xfrm>
          <a:off x="609600" y="4268039"/>
          <a:ext cx="7988732" cy="19564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94366">
                  <a:extLst>
                    <a:ext uri="{9D8B030D-6E8A-4147-A177-3AD203B41FA5}">
                      <a16:colId xmlns:a16="http://schemas.microsoft.com/office/drawing/2014/main" val="3979460408"/>
                    </a:ext>
                  </a:extLst>
                </a:gridCol>
                <a:gridCol w="3994366">
                  <a:extLst>
                    <a:ext uri="{9D8B030D-6E8A-4147-A177-3AD203B41FA5}">
                      <a16:colId xmlns:a16="http://schemas.microsoft.com/office/drawing/2014/main" val="2400876148"/>
                    </a:ext>
                  </a:extLst>
                </a:gridCol>
              </a:tblGrid>
              <a:tr h="3260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Paramètre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Valeur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14213760"/>
                  </a:ext>
                </a:extLst>
              </a:tr>
              <a:tr h="3260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Microcontrôleur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ATmega2560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4701726"/>
                  </a:ext>
                </a:extLst>
              </a:tr>
              <a:tr h="3260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Tension de fonctionnement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5 V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0887647"/>
                  </a:ext>
                </a:extLst>
              </a:tr>
              <a:tr h="3260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Résolution ADC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10 bits (0 à 1023) 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18777571"/>
                  </a:ext>
                </a:extLst>
              </a:tr>
              <a:tr h="3260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Nombre d'entrées analogiques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16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6340778"/>
                  </a:ext>
                </a:extLst>
              </a:tr>
              <a:tr h="3260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Fréquence d'horloge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16 MHz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01951389"/>
                  </a:ext>
                </a:extLst>
              </a:tr>
            </a:tbl>
          </a:graphicData>
        </a:graphic>
      </p:graphicFrame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A589273A-C657-6D85-19AA-3DF5847ED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376217"/>
              </p:ext>
            </p:extLst>
          </p:nvPr>
        </p:nvGraphicFramePr>
        <p:xfrm>
          <a:off x="13232277" y="2637804"/>
          <a:ext cx="4738930" cy="52169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9465">
                  <a:extLst>
                    <a:ext uri="{9D8B030D-6E8A-4147-A177-3AD203B41FA5}">
                      <a16:colId xmlns:a16="http://schemas.microsoft.com/office/drawing/2014/main" val="2709414690"/>
                    </a:ext>
                  </a:extLst>
                </a:gridCol>
                <a:gridCol w="2369465">
                  <a:extLst>
                    <a:ext uri="{9D8B030D-6E8A-4147-A177-3AD203B41FA5}">
                      <a16:colId xmlns:a16="http://schemas.microsoft.com/office/drawing/2014/main" val="1715029581"/>
                    </a:ext>
                  </a:extLst>
                </a:gridCol>
              </a:tblGrid>
              <a:tr h="2918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>
                          <a:effectLst/>
                        </a:rPr>
                        <a:t>ADC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>
                          <a:effectLst/>
                        </a:rPr>
                        <a:t>Rcap (Ω)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7235503"/>
                  </a:ext>
                </a:extLst>
              </a:tr>
              <a:tr h="3071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>
                          <a:effectLst/>
                        </a:rPr>
                        <a:t>0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0,00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030435"/>
                  </a:ext>
                </a:extLst>
              </a:tr>
              <a:tr h="3071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 dirty="0">
                          <a:effectLst/>
                        </a:rPr>
                        <a:t>1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97,46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5803527"/>
                  </a:ext>
                </a:extLst>
              </a:tr>
              <a:tr h="3071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>
                          <a:effectLst/>
                        </a:rPr>
                        <a:t>2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195,11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0789180"/>
                  </a:ext>
                </a:extLst>
              </a:tr>
              <a:tr h="3071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>
                          <a:effectLst/>
                        </a:rPr>
                        <a:t>3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292,95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171842"/>
                  </a:ext>
                </a:extLst>
              </a:tr>
              <a:tr h="3071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>
                          <a:effectLst/>
                        </a:rPr>
                        <a:t>4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390,98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2368397"/>
                  </a:ext>
                </a:extLst>
              </a:tr>
              <a:tr h="3071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>
                          <a:effectLst/>
                        </a:rPr>
                        <a:t>5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489,20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4548071"/>
                  </a:ext>
                </a:extLst>
              </a:tr>
              <a:tr h="3071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>
                          <a:effectLst/>
                        </a:rPr>
                        <a:t>509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98 630,50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5623128"/>
                  </a:ext>
                </a:extLst>
              </a:tr>
              <a:tr h="3071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>
                          <a:effectLst/>
                        </a:rPr>
                        <a:t>510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99 017,61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4588608"/>
                  </a:ext>
                </a:extLst>
              </a:tr>
              <a:tr h="3071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>
                          <a:effectLst/>
                        </a:rPr>
                        <a:t>511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99 406,23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857184"/>
                  </a:ext>
                </a:extLst>
              </a:tr>
              <a:tr h="3174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>
                          <a:effectLst/>
                        </a:rPr>
                        <a:t>512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99 796,88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8136913"/>
                  </a:ext>
                </a:extLst>
              </a:tr>
              <a:tr h="3071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>
                          <a:effectLst/>
                        </a:rPr>
                        <a:t>513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100 189,57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4711914"/>
                  </a:ext>
                </a:extLst>
              </a:tr>
              <a:tr h="3071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>
                          <a:effectLst/>
                        </a:rPr>
                        <a:t>1019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25 359 900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0267766"/>
                  </a:ext>
                </a:extLst>
              </a:tr>
              <a:tr h="3071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>
                          <a:effectLst/>
                        </a:rPr>
                        <a:t>1020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33 864 000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3976816"/>
                  </a:ext>
                </a:extLst>
              </a:tr>
              <a:tr h="3071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>
                          <a:effectLst/>
                        </a:rPr>
                        <a:t>1021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50 796 000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9816639"/>
                  </a:ext>
                </a:extLst>
              </a:tr>
              <a:tr h="3071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 dirty="0">
                          <a:effectLst/>
                        </a:rPr>
                        <a:t>1022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101 803 200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8078029"/>
                  </a:ext>
                </a:extLst>
              </a:tr>
              <a:tr h="3071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cap="all" dirty="0">
                          <a:effectLst/>
                        </a:rPr>
                        <a:t>1023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∞ (division par 0)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384224"/>
                  </a:ext>
                </a:extLst>
              </a:tr>
            </a:tbl>
          </a:graphicData>
        </a:graphic>
      </p:graphicFrame>
      <p:sp>
        <p:nvSpPr>
          <p:cNvPr id="36" name="ZoneTexte 35">
            <a:extLst>
              <a:ext uri="{FF2B5EF4-FFF2-40B4-BE49-F238E27FC236}">
                <a16:creationId xmlns:a16="http://schemas.microsoft.com/office/drawing/2014/main" id="{291F57CF-37A2-633C-836F-6EEEF76C95FE}"/>
              </a:ext>
            </a:extLst>
          </p:cNvPr>
          <p:cNvSpPr txBox="1"/>
          <p:nvPr/>
        </p:nvSpPr>
        <p:spPr>
          <a:xfrm>
            <a:off x="9661468" y="5061610"/>
            <a:ext cx="253561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FR" sz="1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ADC DE 10bits (0 à 1023) </a:t>
            </a:r>
            <a:endParaRPr lang="fr-FR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C4AC09E8-130D-CC30-1E3C-8D8E2FC574C9}"/>
              </a:ext>
            </a:extLst>
          </p:cNvPr>
          <p:cNvSpPr/>
          <p:nvPr/>
        </p:nvSpPr>
        <p:spPr>
          <a:xfrm>
            <a:off x="5758875" y="8355384"/>
            <a:ext cx="4980583" cy="1369079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77178466-D6C8-186A-AE03-23AE5CA2B6DB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8598332" y="5246276"/>
            <a:ext cx="10631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A1075897-76A1-D6B9-4D87-4B2CFB75CAFF}"/>
              </a:ext>
            </a:extLst>
          </p:cNvPr>
          <p:cNvCxnSpPr>
            <a:cxnSpLocks/>
            <a:stCxn id="36" idx="3"/>
            <a:endCxn id="18" idx="1"/>
          </p:cNvCxnSpPr>
          <p:nvPr/>
        </p:nvCxnSpPr>
        <p:spPr>
          <a:xfrm>
            <a:off x="12197083" y="5246276"/>
            <a:ext cx="10351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21">
            <a:extLst>
              <a:ext uri="{FF2B5EF4-FFF2-40B4-BE49-F238E27FC236}">
                <a16:creationId xmlns:a16="http://schemas.microsoft.com/office/drawing/2014/main" id="{440BA0AA-1EF2-E99D-AAD1-B44A3799F25B}"/>
              </a:ext>
            </a:extLst>
          </p:cNvPr>
          <p:cNvSpPr txBox="1"/>
          <p:nvPr/>
        </p:nvSpPr>
        <p:spPr>
          <a:xfrm>
            <a:off x="5410200" y="8855259"/>
            <a:ext cx="5437783" cy="59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4"/>
              </a:lnSpc>
              <a:spcBef>
                <a:spcPct val="0"/>
              </a:spcBef>
            </a:pPr>
            <a:r>
              <a:rPr lang="en-US" sz="2400" dirty="0">
                <a:solidFill>
                  <a:srgbClr val="26C867"/>
                </a:solidFill>
                <a:latin typeface="Open Sans"/>
                <a:ea typeface="Open Sans"/>
                <a:cs typeface="Open Sans"/>
                <a:sym typeface="Open Sans"/>
              </a:rPr>
              <a:t>97.4Ω ≤ </a:t>
            </a:r>
            <a:r>
              <a:rPr lang="en-US" sz="2400" i="1" dirty="0" err="1">
                <a:solidFill>
                  <a:srgbClr val="26C867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Rcapteur</a:t>
            </a:r>
            <a:r>
              <a:rPr lang="en-US" sz="2400" i="1" dirty="0">
                <a:solidFill>
                  <a:srgbClr val="26C867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2400" dirty="0">
                <a:solidFill>
                  <a:srgbClr val="26C867"/>
                </a:solidFill>
                <a:latin typeface="Open Sans"/>
                <a:ea typeface="Open Sans"/>
                <a:cs typeface="Open Sans"/>
                <a:sym typeface="Open Sans"/>
              </a:rPr>
              <a:t>≤ 101,8 MΩ</a:t>
            </a:r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E935FE86-D449-CDD1-D368-D1F6D93E93C8}"/>
              </a:ext>
            </a:extLst>
          </p:cNvPr>
          <p:cNvSpPr txBox="1"/>
          <p:nvPr/>
        </p:nvSpPr>
        <p:spPr>
          <a:xfrm>
            <a:off x="6142930" y="8400039"/>
            <a:ext cx="3972322" cy="54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4"/>
              </a:lnSpc>
              <a:spcBef>
                <a:spcPct val="0"/>
              </a:spcBef>
            </a:pPr>
            <a:r>
              <a:rPr lang="en-US" sz="2400" i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Limites</a:t>
            </a:r>
            <a:r>
              <a:rPr lang="en-US" sz="2400" i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mesure </a:t>
            </a:r>
          </a:p>
        </p:txBody>
      </p:sp>
    </p:spTree>
    <p:extLst>
      <p:ext uri="{BB962C8B-B14F-4D97-AF65-F5344CB8AC3E}">
        <p14:creationId xmlns:p14="http://schemas.microsoft.com/office/powerpoint/2010/main" val="3966870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B5519-F245-DBA0-80AE-E33BBFBA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39809188-73E9-A835-FBF0-0F4EB508B6CF}"/>
              </a:ext>
            </a:extLst>
          </p:cNvPr>
          <p:cNvSpPr/>
          <p:nvPr/>
        </p:nvSpPr>
        <p:spPr>
          <a:xfrm>
            <a:off x="257293" y="1061495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7F0CFF2-F50C-E320-D5FF-2B94B63E3A02}"/>
              </a:ext>
            </a:extLst>
          </p:cNvPr>
          <p:cNvSpPr txBox="1"/>
          <p:nvPr/>
        </p:nvSpPr>
        <p:spPr>
          <a:xfrm>
            <a:off x="5257800" y="-212084"/>
            <a:ext cx="91537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indent="-1028700">
              <a:buFont typeface="+mj-lt"/>
              <a:buAutoNum type="romanUcPeriod"/>
            </a:pPr>
            <a:endParaRPr lang="fr-FR" sz="3600" b="1" dirty="0">
              <a:solidFill>
                <a:srgbClr val="14131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1028700" indent="-1028700">
              <a:buFont typeface="+mj-lt"/>
              <a:buAutoNum type="alphaUcPeriod" startAt="2"/>
            </a:pPr>
            <a:r>
              <a:rPr lang="fr-FR" sz="36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Dispositif électronique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23B786-8DBC-0DA8-4716-61EDC0858109}"/>
              </a:ext>
            </a:extLst>
          </p:cNvPr>
          <p:cNvSpPr txBox="1"/>
          <p:nvPr/>
        </p:nvSpPr>
        <p:spPr>
          <a:xfrm>
            <a:off x="4419600" y="1268972"/>
            <a:ext cx="92834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Font typeface="+mj-lt"/>
              <a:buAutoNum type="alphaLcPeriod" startAt="2"/>
            </a:pPr>
            <a:r>
              <a:rPr lang="fr-FR" sz="20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Incertitude de Mesure liée à l’ADC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329A822F-0332-07C6-1BDB-0B5D4EB3BA3C}"/>
                  </a:ext>
                </a:extLst>
              </p:cNvPr>
              <p:cNvSpPr txBox="1"/>
              <p:nvPr/>
            </p:nvSpPr>
            <p:spPr>
              <a:xfrm>
                <a:off x="2438400" y="2412005"/>
                <a:ext cx="3810000" cy="9258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fr-FR" sz="2000" dirty="0"/>
                  <a:t>Vmin</a:t>
                </a:r>
                <a14:m>
                  <m:oMath xmlns:m="http://schemas.openxmlformats.org/officeDocument/2006/math">
                    <m:r>
                      <a:rPr lang="fr-FR" sz="280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fr-FR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80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fr-FR" sz="2800" i="1" smtClean="0">
                            <a:latin typeface="Cambria Math" panose="02040503050406030204" pitchFamily="18" charset="0"/>
                          </a:rPr>
                          <m:t>1024</m:t>
                        </m:r>
                      </m:den>
                    </m:f>
                    <m:r>
                      <a:rPr lang="fr-FR" sz="2800" i="1" smtClean="0">
                        <a:latin typeface="Cambria Math" panose="02040503050406030204" pitchFamily="18" charset="0"/>
                      </a:rPr>
                      <m:t>= 4.</m:t>
                    </m:r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88</m:t>
                    </m:r>
                    <m:r>
                      <a:rPr lang="fr-FR" sz="28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800" i="1" smtClean="0">
                        <a:latin typeface="Cambria Math" panose="02040503050406030204" pitchFamily="18" charset="0"/>
                      </a:rPr>
                      <m:t>𝑚𝑉</m:t>
                    </m:r>
                  </m:oMath>
                </a14:m>
                <a:endParaRPr lang="fr-FR" sz="2000" dirty="0"/>
              </a:p>
              <a:p>
                <a:endParaRPr lang="fr-FR" sz="2000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329A822F-0332-07C6-1BDB-0B5D4EB3B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2412005"/>
                <a:ext cx="3810000" cy="925894"/>
              </a:xfrm>
              <a:prstGeom prst="rect">
                <a:avLst/>
              </a:prstGeom>
              <a:blipFill>
                <a:blip r:embed="rId2"/>
                <a:stretch>
                  <a:fillRect l="-4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4">
            <a:extLst>
              <a:ext uri="{FF2B5EF4-FFF2-40B4-BE49-F238E27FC236}">
                <a16:creationId xmlns:a16="http://schemas.microsoft.com/office/drawing/2014/main" id="{D5A94522-5D6C-BD28-5DE1-D09546A5FCC4}"/>
              </a:ext>
            </a:extLst>
          </p:cNvPr>
          <p:cNvSpPr txBox="1"/>
          <p:nvPr/>
        </p:nvSpPr>
        <p:spPr>
          <a:xfrm>
            <a:off x="914400" y="2062844"/>
            <a:ext cx="9278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 calcule d’abord la plus petite valeur mesurable</a:t>
            </a:r>
          </a:p>
        </p:txBody>
      </p:sp>
      <p:graphicFrame>
        <p:nvGraphicFramePr>
          <p:cNvPr id="33" name="Tableau 32">
            <a:extLst>
              <a:ext uri="{FF2B5EF4-FFF2-40B4-BE49-F238E27FC236}">
                <a16:creationId xmlns:a16="http://schemas.microsoft.com/office/drawing/2014/main" id="{A2DEEDCF-A9D4-2AE4-E1AB-257D77B09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920691"/>
              </p:ext>
            </p:extLst>
          </p:nvPr>
        </p:nvGraphicFramePr>
        <p:xfrm>
          <a:off x="5153143" y="3041607"/>
          <a:ext cx="8496300" cy="20815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32100">
                  <a:extLst>
                    <a:ext uri="{9D8B030D-6E8A-4147-A177-3AD203B41FA5}">
                      <a16:colId xmlns:a16="http://schemas.microsoft.com/office/drawing/2014/main" val="3622485695"/>
                    </a:ext>
                  </a:extLst>
                </a:gridCol>
                <a:gridCol w="2832100">
                  <a:extLst>
                    <a:ext uri="{9D8B030D-6E8A-4147-A177-3AD203B41FA5}">
                      <a16:colId xmlns:a16="http://schemas.microsoft.com/office/drawing/2014/main" val="672839020"/>
                    </a:ext>
                  </a:extLst>
                </a:gridCol>
                <a:gridCol w="2832100">
                  <a:extLst>
                    <a:ext uri="{9D8B030D-6E8A-4147-A177-3AD203B41FA5}">
                      <a16:colId xmlns:a16="http://schemas.microsoft.com/office/drawing/2014/main" val="1415463203"/>
                    </a:ext>
                  </a:extLst>
                </a:gridCol>
              </a:tblGrid>
              <a:tr h="2312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 dirty="0">
                          <a:effectLst/>
                        </a:rPr>
                        <a:t>ADC </a:t>
                      </a:r>
                      <a:endParaRPr lang="fr-FR" sz="1100" b="1" dirty="0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Vmin (mV)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Vmax (mV)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5137934"/>
                  </a:ext>
                </a:extLst>
              </a:tr>
              <a:tr h="2312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0.00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4.88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0812734"/>
                  </a:ext>
                </a:extLst>
              </a:tr>
              <a:tr h="2312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1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4.88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9.76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9044330"/>
                  </a:ext>
                </a:extLst>
              </a:tr>
              <a:tr h="2312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2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9.76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14.64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4294520"/>
                  </a:ext>
                </a:extLst>
              </a:tr>
              <a:tr h="2312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3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14.64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19.52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8246254"/>
                  </a:ext>
                </a:extLst>
              </a:tr>
              <a:tr h="2312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….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….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….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1424531"/>
                  </a:ext>
                </a:extLst>
              </a:tr>
              <a:tr h="2312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1013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4947.6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4952.5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8945864"/>
                  </a:ext>
                </a:extLst>
              </a:tr>
              <a:tr h="2312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1022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4991.3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4996.1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0348160"/>
                  </a:ext>
                </a:extLst>
              </a:tr>
              <a:tr h="2312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 dirty="0">
                          <a:effectLst/>
                        </a:rPr>
                        <a:t>1023</a:t>
                      </a:r>
                      <a:endParaRPr lang="fr-FR" sz="1100" b="1" dirty="0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4996.1</a:t>
                      </a:r>
                      <a:endParaRPr lang="fr-FR" sz="1100" b="1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r-FR" sz="1100" dirty="0">
                          <a:effectLst/>
                        </a:rPr>
                        <a:t>5000.0*</a:t>
                      </a:r>
                      <a:endParaRPr lang="fr-FR" sz="1100" b="1" dirty="0">
                        <a:solidFill>
                          <a:srgbClr val="43434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594271"/>
                  </a:ext>
                </a:extLst>
              </a:tr>
            </a:tbl>
          </a:graphicData>
        </a:graphic>
      </p:graphicFrame>
      <p:sp>
        <p:nvSpPr>
          <p:cNvPr id="36" name="ZoneTexte 35">
            <a:extLst>
              <a:ext uri="{FF2B5EF4-FFF2-40B4-BE49-F238E27FC236}">
                <a16:creationId xmlns:a16="http://schemas.microsoft.com/office/drawing/2014/main" id="{3043ED2C-1F5F-82CF-735B-30630A73AEB6}"/>
              </a:ext>
            </a:extLst>
          </p:cNvPr>
          <p:cNvSpPr txBox="1"/>
          <p:nvPr/>
        </p:nvSpPr>
        <p:spPr>
          <a:xfrm>
            <a:off x="914400" y="5219168"/>
            <a:ext cx="9278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Puis pour chaque digit (ADC) la plage de Resistance capteur mesurable</a:t>
            </a:r>
          </a:p>
        </p:txBody>
      </p:sp>
      <p:graphicFrame>
        <p:nvGraphicFramePr>
          <p:cNvPr id="37" name="Tableau 36">
            <a:extLst>
              <a:ext uri="{FF2B5EF4-FFF2-40B4-BE49-F238E27FC236}">
                <a16:creationId xmlns:a16="http://schemas.microsoft.com/office/drawing/2014/main" id="{D9CE9E88-D66D-0E3C-E3EB-1E579C8B9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502848"/>
              </p:ext>
            </p:extLst>
          </p:nvPr>
        </p:nvGraphicFramePr>
        <p:xfrm>
          <a:off x="1462072" y="5622118"/>
          <a:ext cx="8496300" cy="21389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32100">
                  <a:extLst>
                    <a:ext uri="{9D8B030D-6E8A-4147-A177-3AD203B41FA5}">
                      <a16:colId xmlns:a16="http://schemas.microsoft.com/office/drawing/2014/main" val="1700335404"/>
                    </a:ext>
                  </a:extLst>
                </a:gridCol>
                <a:gridCol w="2832100">
                  <a:extLst>
                    <a:ext uri="{9D8B030D-6E8A-4147-A177-3AD203B41FA5}">
                      <a16:colId xmlns:a16="http://schemas.microsoft.com/office/drawing/2014/main" val="1096739812"/>
                    </a:ext>
                  </a:extLst>
                </a:gridCol>
                <a:gridCol w="2832100">
                  <a:extLst>
                    <a:ext uri="{9D8B030D-6E8A-4147-A177-3AD203B41FA5}">
                      <a16:colId xmlns:a16="http://schemas.microsoft.com/office/drawing/2014/main" val="373385289"/>
                    </a:ext>
                  </a:extLst>
                </a:gridCol>
              </a:tblGrid>
              <a:tr h="2312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ADC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Rmin (Ω)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 err="1">
                          <a:effectLst/>
                        </a:rPr>
                        <a:t>Rmax</a:t>
                      </a:r>
                      <a:r>
                        <a:rPr lang="fr-FR" sz="1100" dirty="0">
                          <a:effectLst/>
                        </a:rPr>
                        <a:t> (Ω)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5063298"/>
                  </a:ext>
                </a:extLst>
              </a:tr>
              <a:tr h="2312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97.3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3908853"/>
                  </a:ext>
                </a:extLst>
              </a:tr>
              <a:tr h="2312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97.3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194.6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1196696"/>
                  </a:ext>
                </a:extLst>
              </a:tr>
              <a:tr h="2312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2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194.6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292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9847173"/>
                  </a:ext>
                </a:extLst>
              </a:tr>
              <a:tr h="2312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3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292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389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2558277"/>
                  </a:ext>
                </a:extLst>
              </a:tr>
              <a:tr h="2312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….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….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….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1734289"/>
                  </a:ext>
                </a:extLst>
              </a:tr>
              <a:tr h="2886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1013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9.4 MΩ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9.5 MΩ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9163624"/>
                  </a:ext>
                </a:extLst>
              </a:tr>
              <a:tr h="2312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1022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96 MΩ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101 MΩ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7680092"/>
                  </a:ext>
                </a:extLst>
              </a:tr>
              <a:tr h="2312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1023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>
                          <a:effectLst/>
                        </a:rPr>
                        <a:t>101 MΩ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fr-FR" sz="1100" dirty="0">
                          <a:effectLst/>
                        </a:rPr>
                        <a:t>∞ (saturation)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5590857"/>
                  </a:ext>
                </a:extLst>
              </a:tr>
            </a:tbl>
          </a:graphicData>
        </a:graphic>
      </p:graphicFrame>
      <p:grpSp>
        <p:nvGrpSpPr>
          <p:cNvPr id="43" name="Groupe 42">
            <a:extLst>
              <a:ext uri="{FF2B5EF4-FFF2-40B4-BE49-F238E27FC236}">
                <a16:creationId xmlns:a16="http://schemas.microsoft.com/office/drawing/2014/main" id="{C913B6B6-B9C0-07C8-23DD-4AD7A6C10B7A}"/>
              </a:ext>
            </a:extLst>
          </p:cNvPr>
          <p:cNvGrpSpPr/>
          <p:nvPr/>
        </p:nvGrpSpPr>
        <p:grpSpPr>
          <a:xfrm>
            <a:off x="595327" y="8375492"/>
            <a:ext cx="10606073" cy="750332"/>
            <a:chOff x="1190655" y="7658100"/>
            <a:chExt cx="10606073" cy="750332"/>
          </a:xfrm>
        </p:grpSpPr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B46CE40F-D3B9-4B38-20CD-8A2BEABD8C98}"/>
                </a:ext>
              </a:extLst>
            </p:cNvPr>
            <p:cNvSpPr txBox="1"/>
            <p:nvPr/>
          </p:nvSpPr>
          <p:spPr>
            <a:xfrm>
              <a:off x="1190655" y="7658100"/>
              <a:ext cx="927847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dirty="0">
                  <a:solidFill>
                    <a:srgbClr val="00B050"/>
                  </a:solidFill>
                </a:rPr>
                <a:t>Conclusion</a:t>
              </a: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1C1522C6-5D33-3D14-DCBD-E1E93A325BBB}"/>
                </a:ext>
              </a:extLst>
            </p:cNvPr>
            <p:cNvSpPr txBox="1"/>
            <p:nvPr/>
          </p:nvSpPr>
          <p:spPr>
            <a:xfrm>
              <a:off x="1357328" y="8008322"/>
              <a:ext cx="104394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000" dirty="0"/>
                <a:t>Plus La tension du capteur approche 5 V , plus R devient Importante, plus incertitude explose</a:t>
              </a:r>
            </a:p>
          </p:txBody>
        </p:sp>
      </p:grpSp>
      <p:graphicFrame>
        <p:nvGraphicFramePr>
          <p:cNvPr id="42" name="Graphique 41">
            <a:extLst>
              <a:ext uri="{FF2B5EF4-FFF2-40B4-BE49-F238E27FC236}">
                <a16:creationId xmlns:a16="http://schemas.microsoft.com/office/drawing/2014/main" id="{8CA27C82-8C70-C4E4-6FE5-BF5B81C7F5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5629572"/>
              </p:ext>
            </p:extLst>
          </p:nvPr>
        </p:nvGraphicFramePr>
        <p:xfrm>
          <a:off x="10515600" y="5163820"/>
          <a:ext cx="7228143" cy="4323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09743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2A7A-340E-56C2-FC3E-CC26B733E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10A1DE4F-FCA4-BA3E-2721-A06F10BF9AC5}"/>
              </a:ext>
            </a:extLst>
          </p:cNvPr>
          <p:cNvSpPr/>
          <p:nvPr/>
        </p:nvSpPr>
        <p:spPr>
          <a:xfrm>
            <a:off x="257293" y="1061495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D7BBC54-0D82-196E-9206-5A6D2BB5E060}"/>
              </a:ext>
            </a:extLst>
          </p:cNvPr>
          <p:cNvSpPr txBox="1"/>
          <p:nvPr/>
        </p:nvSpPr>
        <p:spPr>
          <a:xfrm>
            <a:off x="5257800" y="-212084"/>
            <a:ext cx="91537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indent="-1028700">
              <a:buFont typeface="+mj-lt"/>
              <a:buAutoNum type="romanUcPeriod"/>
            </a:pPr>
            <a:endParaRPr lang="fr-FR" sz="3600" b="1" dirty="0">
              <a:solidFill>
                <a:srgbClr val="14131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1028700" indent="-1028700">
              <a:buFont typeface="+mj-lt"/>
              <a:buAutoNum type="alphaUcPeriod" startAt="2"/>
            </a:pPr>
            <a:r>
              <a:rPr lang="fr-FR" sz="36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Dispositif électronique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5E13CAA-1F3A-2E63-E929-C15CD5A55A59}"/>
              </a:ext>
            </a:extLst>
          </p:cNvPr>
          <p:cNvSpPr txBox="1"/>
          <p:nvPr/>
        </p:nvSpPr>
        <p:spPr>
          <a:xfrm>
            <a:off x="4419600" y="1268972"/>
            <a:ext cx="92834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Font typeface="+mj-lt"/>
              <a:buAutoNum type="alphaLcPeriod" startAt="3"/>
            </a:pPr>
            <a:r>
              <a:rPr lang="fr-FR" sz="20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Validation de la carte de mesure et du code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3CE5658-77C7-E935-823B-A5C5FD1573D5}"/>
              </a:ext>
            </a:extLst>
          </p:cNvPr>
          <p:cNvSpPr txBox="1"/>
          <p:nvPr/>
        </p:nvSpPr>
        <p:spPr>
          <a:xfrm>
            <a:off x="0" y="2247899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141313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Le code du Waou V3 repris et adapté Pour nouveau dispositif  mesure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141313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Résistance fixe  de 475k ajoutée pour valider le circuit électronique </a:t>
            </a: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AA191BCF-78E8-CEB5-7753-015EEC71DBE0}"/>
              </a:ext>
            </a:extLst>
          </p:cNvPr>
          <p:cNvGrpSpPr/>
          <p:nvPr/>
        </p:nvGrpSpPr>
        <p:grpSpPr>
          <a:xfrm>
            <a:off x="5562600" y="2628702"/>
            <a:ext cx="12420600" cy="3831035"/>
            <a:chOff x="3056331" y="3566641"/>
            <a:chExt cx="11802669" cy="3788084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A68C0B7C-B439-092C-C8AF-3FF0A3FCF7E0}"/>
                </a:ext>
              </a:extLst>
            </p:cNvPr>
            <p:cNvSpPr/>
            <p:nvPr/>
          </p:nvSpPr>
          <p:spPr>
            <a:xfrm>
              <a:off x="6664512" y="3566641"/>
              <a:ext cx="8194488" cy="3788084"/>
            </a:xfrm>
            <a:custGeom>
              <a:avLst/>
              <a:gdLst/>
              <a:ahLst/>
              <a:cxnLst/>
              <a:rect l="l" t="t" r="r" b="b"/>
              <a:pathLst>
                <a:path w="12343812" h="6029776">
                  <a:moveTo>
                    <a:pt x="0" y="0"/>
                  </a:moveTo>
                  <a:lnTo>
                    <a:pt x="12343812" y="0"/>
                  </a:lnTo>
                  <a:lnTo>
                    <a:pt x="12343812" y="6029776"/>
                  </a:lnTo>
                  <a:lnTo>
                    <a:pt x="0" y="602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0" name="AutoShape 7">
              <a:extLst>
                <a:ext uri="{FF2B5EF4-FFF2-40B4-BE49-F238E27FC236}">
                  <a16:creationId xmlns:a16="http://schemas.microsoft.com/office/drawing/2014/main" id="{A0B456BE-E940-7192-9D42-6A9A28B8965D}"/>
                </a:ext>
              </a:extLst>
            </p:cNvPr>
            <p:cNvSpPr/>
            <p:nvPr/>
          </p:nvSpPr>
          <p:spPr>
            <a:xfrm>
              <a:off x="5494731" y="6261090"/>
              <a:ext cx="2344980" cy="489850"/>
            </a:xfrm>
            <a:prstGeom prst="line">
              <a:avLst/>
            </a:prstGeom>
            <a:ln w="50800" cap="flat">
              <a:solidFill>
                <a:srgbClr val="0EAEF3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AutoShape 8">
              <a:extLst>
                <a:ext uri="{FF2B5EF4-FFF2-40B4-BE49-F238E27FC236}">
                  <a16:creationId xmlns:a16="http://schemas.microsoft.com/office/drawing/2014/main" id="{6F55E0B2-66F5-0280-E265-8E211C92611C}"/>
                </a:ext>
              </a:extLst>
            </p:cNvPr>
            <p:cNvSpPr/>
            <p:nvPr/>
          </p:nvSpPr>
          <p:spPr>
            <a:xfrm flipV="1">
              <a:off x="5444760" y="4639282"/>
              <a:ext cx="3028987" cy="1522035"/>
            </a:xfrm>
            <a:prstGeom prst="line">
              <a:avLst/>
            </a:prstGeom>
            <a:ln w="50800" cap="flat">
              <a:solidFill>
                <a:srgbClr val="0EAEF3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9">
              <a:extLst>
                <a:ext uri="{FF2B5EF4-FFF2-40B4-BE49-F238E27FC236}">
                  <a16:creationId xmlns:a16="http://schemas.microsoft.com/office/drawing/2014/main" id="{8A14567C-95A2-9CC4-FF8D-F9D491D03499}"/>
                </a:ext>
              </a:extLst>
            </p:cNvPr>
            <p:cNvSpPr txBox="1"/>
            <p:nvPr/>
          </p:nvSpPr>
          <p:spPr>
            <a:xfrm>
              <a:off x="3056331" y="6017752"/>
              <a:ext cx="2438400" cy="2871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Parasites de mesures </a:t>
              </a:r>
            </a:p>
          </p:txBody>
        </p:sp>
      </p:grpSp>
      <p:sp>
        <p:nvSpPr>
          <p:cNvPr id="25" name="ZoneTexte 24">
            <a:extLst>
              <a:ext uri="{FF2B5EF4-FFF2-40B4-BE49-F238E27FC236}">
                <a16:creationId xmlns:a16="http://schemas.microsoft.com/office/drawing/2014/main" id="{C084663F-4D38-F7D7-E3E2-0BA16EE9B72A}"/>
              </a:ext>
            </a:extLst>
          </p:cNvPr>
          <p:cNvSpPr txBox="1"/>
          <p:nvPr/>
        </p:nvSpPr>
        <p:spPr>
          <a:xfrm>
            <a:off x="8429167" y="5732557"/>
            <a:ext cx="9858833" cy="555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180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Mesures </a:t>
            </a:r>
            <a:r>
              <a:rPr lang="en-US" sz="180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résistance</a:t>
            </a:r>
            <a:r>
              <a:rPr lang="en-US" sz="180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fixe 475Kohm +/- 5%  </a:t>
            </a:r>
            <a:r>
              <a:rPr lang="en-US" sz="180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en</a:t>
            </a:r>
            <a:r>
              <a:rPr lang="en-US" sz="180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180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fonction</a:t>
            </a:r>
            <a:r>
              <a:rPr lang="en-US" sz="180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du temps  </a:t>
            </a:r>
          </a:p>
        </p:txBody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D0158469-BA4E-5F14-0416-5FF2C85F2843}"/>
              </a:ext>
            </a:extLst>
          </p:cNvPr>
          <p:cNvSpPr txBox="1"/>
          <p:nvPr/>
        </p:nvSpPr>
        <p:spPr>
          <a:xfrm>
            <a:off x="1066800" y="5979287"/>
            <a:ext cx="5478534" cy="480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047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F3110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Taux d'erreur Max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65588989-D83F-D8A3-A96D-C4E64FB04BFE}"/>
                  </a:ext>
                </a:extLst>
              </p:cNvPr>
              <p:cNvSpPr txBox="1"/>
              <p:nvPr/>
            </p:nvSpPr>
            <p:spPr>
              <a:xfrm>
                <a:off x="2715649" y="7527740"/>
                <a:ext cx="3935533" cy="10411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  <m:t>⃒</m:t>
                            </m:r>
                            <m:r>
                              <a:rPr lang="fr-FR" sz="2400" b="1" i="1">
                                <a:latin typeface="Cambria Math" panose="02040503050406030204" pitchFamily="18" charset="0"/>
                              </a:rPr>
                              <m:t>𝟒𝟕𝟑</m:t>
                            </m:r>
                            <m:r>
                              <a:rPr lang="fr-FR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2400" b="1" i="1">
                                <a:latin typeface="Cambria Math" panose="02040503050406030204" pitchFamily="18" charset="0"/>
                              </a:rPr>
                              <m:t>𝟒𝟕𝟓</m:t>
                            </m:r>
                            <m: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  <m:t>⃒</m:t>
                            </m:r>
                          </m:num>
                          <m:den>
                            <m: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  <m:t>𝟒𝟕𝟓</m:t>
                            </m:r>
                          </m:den>
                        </m:f>
                      </m:e>
                    </m:d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fr-FR" sz="2400" b="1" dirty="0"/>
                  <a:t>=</a:t>
                </a:r>
                <a:r>
                  <a:rPr lang="en-US" sz="2400" b="1" dirty="0">
                    <a:solidFill>
                      <a:srgbClr val="F3110E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 0,42 %</a:t>
                </a:r>
                <a:endParaRPr lang="fr-FR" sz="2400" b="1" dirty="0"/>
              </a:p>
              <a:p>
                <a:endParaRPr lang="fr-FR" sz="2400" b="1" dirty="0"/>
              </a:p>
            </p:txBody>
          </p:sp>
        </mc:Choice>
        <mc:Fallback xmlns="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65588989-D83F-D8A3-A96D-C4E64FB04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649" y="7527740"/>
                <a:ext cx="3935533" cy="10411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F81EAA87-1FCC-FDA7-DEF1-17B237ADC348}"/>
                  </a:ext>
                </a:extLst>
              </p:cNvPr>
              <p:cNvSpPr txBox="1"/>
              <p:nvPr/>
            </p:nvSpPr>
            <p:spPr>
              <a:xfrm>
                <a:off x="2338560" y="6636666"/>
                <a:ext cx="4228424" cy="8645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⃒</m:t>
                              </m:r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𝑷𝒊𝒒𝒖𝒆𝑹𝒆𝒔</m:t>
                              </m:r>
                              <m:r>
                                <a:rPr lang="fr-FR" sz="1400" b="1" i="1" smtClean="0">
                                  <a:latin typeface="Cambria Math" panose="02040503050406030204" pitchFamily="18" charset="0"/>
                                </a:rPr>
                                <m:t>𝒊𝒔𝒕𝒂𝒏𝒄𝒆𝑴𝒂𝒙</m:t>
                              </m:r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𝑹𝒆𝒇𝒆𝒓𝒆𝒏𝒄𝒆</m:t>
                              </m:r>
                              <m:r>
                                <a:rPr lang="fr-FR" sz="1400" b="1" i="1" smtClean="0">
                                  <a:latin typeface="Cambria Math" panose="02040503050406030204" pitchFamily="18" charset="0"/>
                                </a:rPr>
                                <m:t>⃒</m:t>
                              </m:r>
                            </m:num>
                            <m:den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𝑹𝒆𝒇𝒆𝒓𝒆𝒏𝒄𝒆</m:t>
                              </m:r>
                            </m:den>
                          </m:f>
                        </m:e>
                      </m:d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fr-FR" sz="1400" b="1" dirty="0"/>
              </a:p>
              <a:p>
                <a:endParaRPr lang="fr-FR" sz="1400" b="1" dirty="0"/>
              </a:p>
            </p:txBody>
          </p:sp>
        </mc:Choice>
        <mc:Fallback xmlns="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F81EAA87-1FCC-FDA7-DEF1-17B237ADC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8560" y="6636666"/>
                <a:ext cx="4228424" cy="8645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2996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6C20B-C60E-6520-AD50-C39770E0A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08BEBD58-2F7F-72EB-DBEA-30496B3A330C}"/>
              </a:ext>
            </a:extLst>
          </p:cNvPr>
          <p:cNvSpPr/>
          <p:nvPr/>
        </p:nvSpPr>
        <p:spPr>
          <a:xfrm>
            <a:off x="257293" y="1061495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3FAE108-C37A-4D5B-DBB0-5E1823BE75B6}"/>
              </a:ext>
            </a:extLst>
          </p:cNvPr>
          <p:cNvSpPr txBox="1"/>
          <p:nvPr/>
        </p:nvSpPr>
        <p:spPr>
          <a:xfrm>
            <a:off x="5867400" y="379091"/>
            <a:ext cx="9991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indent="-1028700">
              <a:buFont typeface="+mj-lt"/>
              <a:buAutoNum type="arabicPeriod" startAt="3"/>
            </a:pPr>
            <a:r>
              <a:rPr lang="fr-FR" sz="36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Fabrication des capteurs WAOU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8D390D9-2CF3-C595-7D6F-50DCA93C8E7A}"/>
              </a:ext>
            </a:extLst>
          </p:cNvPr>
          <p:cNvSpPr/>
          <p:nvPr/>
        </p:nvSpPr>
        <p:spPr>
          <a:xfrm>
            <a:off x="533400" y="1638300"/>
            <a:ext cx="6096000" cy="3912148"/>
          </a:xfrm>
          <a:custGeom>
            <a:avLst/>
            <a:gdLst/>
            <a:ahLst/>
            <a:cxnLst/>
            <a:rect l="l" t="t" r="r" b="b"/>
            <a:pathLst>
              <a:path w="6928471" h="4174404">
                <a:moveTo>
                  <a:pt x="0" y="0"/>
                </a:moveTo>
                <a:lnTo>
                  <a:pt x="6928471" y="0"/>
                </a:lnTo>
                <a:lnTo>
                  <a:pt x="6928471" y="4174404"/>
                </a:lnTo>
                <a:lnTo>
                  <a:pt x="0" y="4174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8071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06000" y="998155"/>
            <a:ext cx="6815353" cy="4174404"/>
          </a:xfrm>
          <a:custGeom>
            <a:avLst/>
            <a:gdLst/>
            <a:ahLst/>
            <a:cxnLst/>
            <a:rect l="l" t="t" r="r" b="b"/>
            <a:pathLst>
              <a:path w="6815353" h="4174404">
                <a:moveTo>
                  <a:pt x="0" y="0"/>
                </a:moveTo>
                <a:lnTo>
                  <a:pt x="6815353" y="0"/>
                </a:lnTo>
                <a:lnTo>
                  <a:pt x="6815353" y="4174404"/>
                </a:lnTo>
                <a:lnTo>
                  <a:pt x="0" y="4174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3" name="Freeform 3"/>
          <p:cNvSpPr/>
          <p:nvPr/>
        </p:nvSpPr>
        <p:spPr>
          <a:xfrm>
            <a:off x="1295400" y="998155"/>
            <a:ext cx="6928471" cy="4174404"/>
          </a:xfrm>
          <a:custGeom>
            <a:avLst/>
            <a:gdLst/>
            <a:ahLst/>
            <a:cxnLst/>
            <a:rect l="l" t="t" r="r" b="b"/>
            <a:pathLst>
              <a:path w="6928471" h="4174404">
                <a:moveTo>
                  <a:pt x="0" y="0"/>
                </a:moveTo>
                <a:lnTo>
                  <a:pt x="6928471" y="0"/>
                </a:lnTo>
                <a:lnTo>
                  <a:pt x="6928471" y="4174404"/>
                </a:lnTo>
                <a:lnTo>
                  <a:pt x="0" y="4174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4" name="TextBox 4"/>
          <p:cNvSpPr txBox="1"/>
          <p:nvPr/>
        </p:nvSpPr>
        <p:spPr>
          <a:xfrm>
            <a:off x="5262503" y="5896906"/>
            <a:ext cx="736699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Aperçu  du capteur V4.4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9A4B5-E27D-9BC7-EBF3-436430E40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AF60D5D5-09C1-2855-8A18-2B9A9958E415}"/>
              </a:ext>
            </a:extLst>
          </p:cNvPr>
          <p:cNvSpPr/>
          <p:nvPr/>
        </p:nvSpPr>
        <p:spPr>
          <a:xfrm>
            <a:off x="257293" y="1061495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5357E31-1E48-DD4E-5106-6EE38FF424F3}"/>
              </a:ext>
            </a:extLst>
          </p:cNvPr>
          <p:cNvSpPr txBox="1"/>
          <p:nvPr/>
        </p:nvSpPr>
        <p:spPr>
          <a:xfrm>
            <a:off x="5867400" y="379091"/>
            <a:ext cx="9991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indent="-1028700">
              <a:buFont typeface="+mj-lt"/>
              <a:buAutoNum type="arabicPeriod" startAt="3"/>
            </a:pPr>
            <a:r>
              <a:rPr lang="fr-FR" sz="36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Fabrication des capteurs WAOU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09436A6-D4D8-E6AE-9C65-A52E9F88FABD}"/>
              </a:ext>
            </a:extLst>
          </p:cNvPr>
          <p:cNvSpPr txBox="1"/>
          <p:nvPr/>
        </p:nvSpPr>
        <p:spPr>
          <a:xfrm>
            <a:off x="4953000" y="3924300"/>
            <a:ext cx="11734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faire plus tard: </a:t>
            </a:r>
          </a:p>
          <a:p>
            <a:r>
              <a:rPr lang="fr-FR" sz="2000" b="1" dirty="0">
                <a:solidFill>
                  <a:srgbClr val="FF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	expliquer la composition des capteurs , conception capteur , </a:t>
            </a:r>
            <a:br>
              <a:rPr lang="fr-FR" sz="2000" b="1" dirty="0">
                <a:solidFill>
                  <a:srgbClr val="FF0000"/>
                </a:solidFill>
                <a:latin typeface="Open Sans Bold"/>
                <a:ea typeface="Open Sans Bold"/>
                <a:cs typeface="Open Sans Bold"/>
                <a:sym typeface="Open Sans Bold"/>
              </a:rPr>
            </a:br>
            <a:r>
              <a:rPr lang="fr-FR" sz="2000" b="1" dirty="0">
                <a:solidFill>
                  <a:srgbClr val="FF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	expliquer le modélisation 3D des moules ,  et principe d’utilisation de ces moules </a:t>
            </a:r>
            <a:endParaRPr lang="fr-F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190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88776-A20D-D5F8-148A-62EEB1710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2185F7A7-DE30-FECB-1EDE-FCAB35F469AF}"/>
              </a:ext>
            </a:extLst>
          </p:cNvPr>
          <p:cNvSpPr txBox="1"/>
          <p:nvPr/>
        </p:nvSpPr>
        <p:spPr>
          <a:xfrm>
            <a:off x="6019800" y="4497169"/>
            <a:ext cx="9991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indent="-1028700">
              <a:buFont typeface="+mj-lt"/>
              <a:buAutoNum type="arabicPeriod" startAt="4"/>
            </a:pPr>
            <a:r>
              <a:rPr lang="fr-FR" sz="36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Validation capteur</a:t>
            </a:r>
          </a:p>
        </p:txBody>
      </p:sp>
    </p:spTree>
    <p:extLst>
      <p:ext uri="{BB962C8B-B14F-4D97-AF65-F5344CB8AC3E}">
        <p14:creationId xmlns:p14="http://schemas.microsoft.com/office/powerpoint/2010/main" val="3288244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2FCB8-4931-C53B-0633-3DD11461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F20A7791-A65C-7B9A-9741-94047A2AC146}"/>
              </a:ext>
            </a:extLst>
          </p:cNvPr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21AC056-FD06-0B0F-C852-DD52BA356B89}"/>
              </a:ext>
            </a:extLst>
          </p:cNvPr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9E8C3E3-91CE-CF63-0576-F5DAAC3B2462}"/>
              </a:ext>
            </a:extLst>
          </p:cNvPr>
          <p:cNvSpPr txBox="1"/>
          <p:nvPr/>
        </p:nvSpPr>
        <p:spPr>
          <a:xfrm>
            <a:off x="3403550" y="4274503"/>
            <a:ext cx="13360450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fr-FR" sz="92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A.	Séchage de Capteur</a:t>
            </a:r>
          </a:p>
        </p:txBody>
      </p:sp>
    </p:spTree>
    <p:extLst>
      <p:ext uri="{BB962C8B-B14F-4D97-AF65-F5344CB8AC3E}">
        <p14:creationId xmlns:p14="http://schemas.microsoft.com/office/powerpoint/2010/main" val="2202419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C0F80-0CFD-40A2-D98F-89FAF6A04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532EC6DC-F41E-DDC1-CA14-44410BF03703}"/>
              </a:ext>
            </a:extLst>
          </p:cNvPr>
          <p:cNvSpPr/>
          <p:nvPr/>
        </p:nvSpPr>
        <p:spPr>
          <a:xfrm>
            <a:off x="-70757" y="956037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95537E9-B5C3-CC9A-97DF-C91683D5074C}"/>
              </a:ext>
            </a:extLst>
          </p:cNvPr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E00B423-24AD-6863-AD68-FB71543B706F}"/>
              </a:ext>
            </a:extLst>
          </p:cNvPr>
          <p:cNvSpPr txBox="1"/>
          <p:nvPr/>
        </p:nvSpPr>
        <p:spPr>
          <a:xfrm>
            <a:off x="1555750" y="6016559"/>
            <a:ext cx="915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Séchage de deux capteurs en fonction du temps ( 84H) </a:t>
            </a:r>
            <a:endParaRPr lang="fr-FR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119156D-C374-4815-FCC5-50698EDC6CE5}"/>
              </a:ext>
            </a:extLst>
          </p:cNvPr>
          <p:cNvSpPr txBox="1"/>
          <p:nvPr/>
        </p:nvSpPr>
        <p:spPr>
          <a:xfrm>
            <a:off x="11277600" y="5866366"/>
            <a:ext cx="915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Evolution du capteur 1 PAR rapport au capteur 2 en 180H </a:t>
            </a:r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AD5CB5A-4F5E-684D-3BE5-3400C007F404}"/>
              </a:ext>
            </a:extLst>
          </p:cNvPr>
          <p:cNvSpPr txBox="1"/>
          <p:nvPr/>
        </p:nvSpPr>
        <p:spPr>
          <a:xfrm>
            <a:off x="9144000" y="6642952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 pic montre que le capteur 1 sèche plus rapidement que le capteur 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 retour vers la valeur initiale (après la pique) indique que le capteur 1 est complètement sec (A confirmer).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deux capteurs tendent alors vers des valeurs proches lorsqu’ils sont secs.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F4EA394E-83D5-15D2-FBB9-A63802071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50305"/>
            <a:ext cx="8083663" cy="5017056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C31BB96B-B247-A5A0-7C8F-9D3A29B69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1152470"/>
            <a:ext cx="7855063" cy="4744593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EB44026C-F28E-B255-86D4-42673D4E65C7}"/>
              </a:ext>
            </a:extLst>
          </p:cNvPr>
          <p:cNvSpPr txBox="1"/>
          <p:nvPr/>
        </p:nvSpPr>
        <p:spPr>
          <a:xfrm>
            <a:off x="3044825" y="-480226"/>
            <a:ext cx="10217150" cy="1438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880"/>
              </a:lnSpc>
            </a:pPr>
            <a:r>
              <a:rPr lang="fr-FR" sz="28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A.	Séchage des Capteurs</a:t>
            </a:r>
          </a:p>
        </p:txBody>
      </p:sp>
    </p:spTree>
    <p:extLst>
      <p:ext uri="{BB962C8B-B14F-4D97-AF65-F5344CB8AC3E}">
        <p14:creationId xmlns:p14="http://schemas.microsoft.com/office/powerpoint/2010/main" val="352126504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0282E-073F-EA1E-4D01-3CCA4A2E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113E548D-7BF0-4441-AA47-0ACA0FADF3C1}"/>
              </a:ext>
            </a:extLst>
          </p:cNvPr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FBD0BF3-159F-A143-108C-1732CC46C332}"/>
              </a:ext>
            </a:extLst>
          </p:cNvPr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1A24D9F-0090-87DD-3683-2051C29383A6}"/>
              </a:ext>
            </a:extLst>
          </p:cNvPr>
          <p:cNvSpPr txBox="1"/>
          <p:nvPr/>
        </p:nvSpPr>
        <p:spPr>
          <a:xfrm>
            <a:off x="4800600" y="5143500"/>
            <a:ext cx="1336045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fr-FR" sz="28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B.	Mesures de 4 capteurs à des pF différentes</a:t>
            </a:r>
          </a:p>
        </p:txBody>
      </p:sp>
    </p:spTree>
    <p:extLst>
      <p:ext uri="{BB962C8B-B14F-4D97-AF65-F5344CB8AC3E}">
        <p14:creationId xmlns:p14="http://schemas.microsoft.com/office/powerpoint/2010/main" val="3665732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47DAE-F19F-C931-9B32-FB03AD679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DE3A9EB9-57F0-C399-4D35-A50BDDA07D37}"/>
              </a:ext>
            </a:extLst>
          </p:cNvPr>
          <p:cNvGrpSpPr/>
          <p:nvPr/>
        </p:nvGrpSpPr>
        <p:grpSpPr>
          <a:xfrm>
            <a:off x="2604294" y="4391476"/>
            <a:ext cx="13168542" cy="5126082"/>
            <a:chOff x="1923743" y="1551577"/>
            <a:chExt cx="11203121" cy="383771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EB88B7B-9470-C6C1-6A8A-1CA96185A46E}"/>
                </a:ext>
              </a:extLst>
            </p:cNvPr>
            <p:cNvSpPr txBox="1"/>
            <p:nvPr/>
          </p:nvSpPr>
          <p:spPr>
            <a:xfrm>
              <a:off x="1923743" y="5120178"/>
              <a:ext cx="11203121" cy="2691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2142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3A2E8BB-B3F7-1AF0-6DEE-FA4BD313239D}"/>
                </a:ext>
              </a:extLst>
            </p:cNvPr>
            <p:cNvSpPr/>
            <p:nvPr/>
          </p:nvSpPr>
          <p:spPr>
            <a:xfrm>
              <a:off x="10806334" y="1551577"/>
              <a:ext cx="646987" cy="3274446"/>
            </a:xfrm>
            <a:custGeom>
              <a:avLst/>
              <a:gdLst/>
              <a:ahLst/>
              <a:cxnLst/>
              <a:rect l="l" t="t" r="r" b="b"/>
              <a:pathLst>
                <a:path w="862650" h="4365929">
                  <a:moveTo>
                    <a:pt x="0" y="0"/>
                  </a:moveTo>
                  <a:lnTo>
                    <a:pt x="862651" y="0"/>
                  </a:lnTo>
                  <a:lnTo>
                    <a:pt x="862651" y="4365929"/>
                  </a:lnTo>
                  <a:lnTo>
                    <a:pt x="0" y="43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76947" t="-11942" r="-32968" b="-28327"/>
              </a:stretch>
            </a:blipFill>
          </p:spPr>
          <p:txBody>
            <a:bodyPr/>
            <a:lstStyle/>
            <a:p>
              <a:endParaRPr lang="fr-FR" dirty="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78FE646-D51F-A411-D50F-691819F6E7B3}"/>
              </a:ext>
            </a:extLst>
          </p:cNvPr>
          <p:cNvGrpSpPr/>
          <p:nvPr/>
        </p:nvGrpSpPr>
        <p:grpSpPr>
          <a:xfrm>
            <a:off x="13901247" y="1482871"/>
            <a:ext cx="4386753" cy="3447966"/>
            <a:chOff x="372734" y="-8721386"/>
            <a:chExt cx="11998651" cy="792189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4DF49F8-DF7D-CC30-D17D-608F0C13E310}"/>
                </a:ext>
              </a:extLst>
            </p:cNvPr>
            <p:cNvSpPr/>
            <p:nvPr/>
          </p:nvSpPr>
          <p:spPr>
            <a:xfrm>
              <a:off x="372734" y="-8721386"/>
              <a:ext cx="11998651" cy="7921890"/>
            </a:xfrm>
            <a:custGeom>
              <a:avLst/>
              <a:gdLst/>
              <a:ahLst/>
              <a:cxnLst/>
              <a:rect l="l" t="t" r="r" b="b"/>
              <a:pathLst>
                <a:path w="12722019" h="9541514">
                  <a:moveTo>
                    <a:pt x="0" y="0"/>
                  </a:moveTo>
                  <a:lnTo>
                    <a:pt x="12722019" y="0"/>
                  </a:lnTo>
                  <a:lnTo>
                    <a:pt x="12722019" y="9541514"/>
                  </a:lnTo>
                  <a:lnTo>
                    <a:pt x="0" y="9541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 dirty="0"/>
            </a:p>
          </p:txBody>
        </p: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D8889E34-B0A7-25CF-DF8D-9DBBB073901D}"/>
                </a:ext>
              </a:extLst>
            </p:cNvPr>
            <p:cNvGrpSpPr/>
            <p:nvPr/>
          </p:nvGrpSpPr>
          <p:grpSpPr>
            <a:xfrm>
              <a:off x="3454830" y="-6890131"/>
              <a:ext cx="3299393" cy="3616962"/>
              <a:chOff x="433677" y="-8410611"/>
              <a:chExt cx="2831073" cy="310356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71444A18-4228-BE6D-BF92-07B4832CB7D1}"/>
                  </a:ext>
                </a:extLst>
              </p:cNvPr>
              <p:cNvSpPr/>
              <p:nvPr/>
            </p:nvSpPr>
            <p:spPr>
              <a:xfrm>
                <a:off x="433677" y="-8410611"/>
                <a:ext cx="2831073" cy="3103567"/>
              </a:xfrm>
              <a:custGeom>
                <a:avLst/>
                <a:gdLst/>
                <a:ahLst/>
                <a:cxnLst/>
                <a:rect l="l" t="t" r="r" b="b"/>
                <a:pathLst>
                  <a:path w="2831073" h="3103567">
                    <a:moveTo>
                      <a:pt x="912662" y="495141"/>
                    </a:moveTo>
                    <a:cubicBezTo>
                      <a:pt x="479592" y="791051"/>
                      <a:pt x="466892" y="806291"/>
                      <a:pt x="442762" y="831691"/>
                    </a:cubicBezTo>
                    <a:cubicBezTo>
                      <a:pt x="418632" y="857091"/>
                      <a:pt x="398312" y="876141"/>
                      <a:pt x="370372" y="912971"/>
                    </a:cubicBezTo>
                    <a:cubicBezTo>
                      <a:pt x="320842" y="979011"/>
                      <a:pt x="212892" y="1128871"/>
                      <a:pt x="183682" y="1203801"/>
                    </a:cubicBezTo>
                    <a:cubicBezTo>
                      <a:pt x="168442" y="1244441"/>
                      <a:pt x="170982" y="1262221"/>
                      <a:pt x="168442" y="1306671"/>
                    </a:cubicBezTo>
                    <a:cubicBezTo>
                      <a:pt x="162092" y="1387951"/>
                      <a:pt x="151932" y="1578451"/>
                      <a:pt x="167172" y="1654651"/>
                    </a:cubicBezTo>
                    <a:cubicBezTo>
                      <a:pt x="176062" y="1694021"/>
                      <a:pt x="184952" y="1707991"/>
                      <a:pt x="204002" y="1741011"/>
                    </a:cubicBezTo>
                    <a:cubicBezTo>
                      <a:pt x="234482" y="1790541"/>
                      <a:pt x="304332" y="1855311"/>
                      <a:pt x="347512" y="1917541"/>
                    </a:cubicBezTo>
                    <a:cubicBezTo>
                      <a:pt x="389422" y="1977231"/>
                      <a:pt x="419902" y="2048351"/>
                      <a:pt x="458002" y="2108041"/>
                    </a:cubicBezTo>
                    <a:cubicBezTo>
                      <a:pt x="494832" y="2163921"/>
                      <a:pt x="530392" y="2213451"/>
                      <a:pt x="572302" y="2265521"/>
                    </a:cubicBezTo>
                    <a:cubicBezTo>
                      <a:pt x="615482" y="2320131"/>
                      <a:pt x="668822" y="2367121"/>
                      <a:pt x="715812" y="2428081"/>
                    </a:cubicBezTo>
                    <a:cubicBezTo>
                      <a:pt x="767882" y="2495391"/>
                      <a:pt x="812332" y="2586831"/>
                      <a:pt x="868212" y="2655411"/>
                    </a:cubicBezTo>
                    <a:cubicBezTo>
                      <a:pt x="919012" y="2717641"/>
                      <a:pt x="986322" y="2793841"/>
                      <a:pt x="1034582" y="2821781"/>
                    </a:cubicBezTo>
                    <a:cubicBezTo>
                      <a:pt x="1061252" y="2838291"/>
                      <a:pt x="1085382" y="2831941"/>
                      <a:pt x="1108242" y="2842101"/>
                    </a:cubicBezTo>
                    <a:cubicBezTo>
                      <a:pt x="1131102" y="2853531"/>
                      <a:pt x="1147612" y="2876391"/>
                      <a:pt x="1170472" y="2890361"/>
                    </a:cubicBezTo>
                    <a:cubicBezTo>
                      <a:pt x="1194602" y="2904331"/>
                      <a:pt x="1220002" y="2917031"/>
                      <a:pt x="1247942" y="2924651"/>
                    </a:cubicBezTo>
                    <a:cubicBezTo>
                      <a:pt x="1279692" y="2932271"/>
                      <a:pt x="1302552" y="2928461"/>
                      <a:pt x="1349542" y="2931001"/>
                    </a:cubicBezTo>
                    <a:cubicBezTo>
                      <a:pt x="1458762" y="2934811"/>
                      <a:pt x="1796582" y="2943701"/>
                      <a:pt x="1899452" y="2938621"/>
                    </a:cubicBezTo>
                    <a:cubicBezTo>
                      <a:pt x="1940092" y="2936081"/>
                      <a:pt x="1946442" y="2938621"/>
                      <a:pt x="1983272" y="2928461"/>
                    </a:cubicBezTo>
                    <a:cubicBezTo>
                      <a:pt x="2069632" y="2903061"/>
                      <a:pt x="2293152" y="2814161"/>
                      <a:pt x="2389672" y="2736691"/>
                    </a:cubicBezTo>
                    <a:cubicBezTo>
                      <a:pt x="2459522" y="2680811"/>
                      <a:pt x="2497622" y="2618581"/>
                      <a:pt x="2536992" y="2547461"/>
                    </a:cubicBezTo>
                    <a:cubicBezTo>
                      <a:pt x="2578902" y="2472531"/>
                      <a:pt x="2604302" y="2382361"/>
                      <a:pt x="2628432" y="2294731"/>
                    </a:cubicBezTo>
                    <a:cubicBezTo>
                      <a:pt x="2653832" y="2204561"/>
                      <a:pt x="2670342" y="2114391"/>
                      <a:pt x="2681772" y="2016601"/>
                    </a:cubicBezTo>
                    <a:cubicBezTo>
                      <a:pt x="2695742" y="1908651"/>
                      <a:pt x="2700822" y="1760061"/>
                      <a:pt x="2699552" y="1671161"/>
                    </a:cubicBezTo>
                    <a:cubicBezTo>
                      <a:pt x="2699552" y="1616551"/>
                      <a:pt x="2694472" y="1583531"/>
                      <a:pt x="2690662" y="1539081"/>
                    </a:cubicBezTo>
                    <a:cubicBezTo>
                      <a:pt x="2686852" y="1493361"/>
                      <a:pt x="2690662" y="1456531"/>
                      <a:pt x="2675422" y="1403191"/>
                    </a:cubicBezTo>
                    <a:cubicBezTo>
                      <a:pt x="2651292" y="1316831"/>
                      <a:pt x="2573822" y="1180941"/>
                      <a:pt x="2521752" y="1081881"/>
                    </a:cubicBezTo>
                    <a:cubicBezTo>
                      <a:pt x="2477302" y="992981"/>
                      <a:pt x="2439202" y="915511"/>
                      <a:pt x="2387132" y="832961"/>
                    </a:cubicBezTo>
                    <a:cubicBezTo>
                      <a:pt x="2328712" y="742791"/>
                      <a:pt x="2255052" y="633571"/>
                      <a:pt x="2183932" y="562451"/>
                    </a:cubicBezTo>
                    <a:cubicBezTo>
                      <a:pt x="2125512" y="504031"/>
                      <a:pt x="2070902" y="471011"/>
                      <a:pt x="2001052" y="426561"/>
                    </a:cubicBezTo>
                    <a:cubicBezTo>
                      <a:pt x="1917232" y="374491"/>
                      <a:pt x="1794042" y="308451"/>
                      <a:pt x="1715302" y="274161"/>
                    </a:cubicBezTo>
                    <a:cubicBezTo>
                      <a:pt x="1661962" y="251301"/>
                      <a:pt x="1635292" y="242411"/>
                      <a:pt x="1578142" y="228441"/>
                    </a:cubicBezTo>
                    <a:cubicBezTo>
                      <a:pt x="1485432" y="204311"/>
                      <a:pt x="1292392" y="170021"/>
                      <a:pt x="1207302" y="161131"/>
                    </a:cubicBezTo>
                    <a:cubicBezTo>
                      <a:pt x="1162852" y="157321"/>
                      <a:pt x="1137452" y="156051"/>
                      <a:pt x="1104432" y="158591"/>
                    </a:cubicBezTo>
                    <a:cubicBezTo>
                      <a:pt x="1075222" y="162401"/>
                      <a:pt x="1053632" y="166211"/>
                      <a:pt x="1018072" y="176371"/>
                    </a:cubicBezTo>
                    <a:cubicBezTo>
                      <a:pt x="957112" y="194151"/>
                      <a:pt x="842812" y="225901"/>
                      <a:pt x="776772" y="266541"/>
                    </a:cubicBezTo>
                    <a:cubicBezTo>
                      <a:pt x="719622" y="300831"/>
                      <a:pt x="675172" y="342741"/>
                      <a:pt x="637072" y="393541"/>
                    </a:cubicBezTo>
                    <a:cubicBezTo>
                      <a:pt x="596432" y="449421"/>
                      <a:pt x="567222" y="524351"/>
                      <a:pt x="543092" y="591661"/>
                    </a:cubicBezTo>
                    <a:cubicBezTo>
                      <a:pt x="518962" y="657701"/>
                      <a:pt x="518962" y="756761"/>
                      <a:pt x="488482" y="794861"/>
                    </a:cubicBezTo>
                    <a:cubicBezTo>
                      <a:pt x="469432" y="817721"/>
                      <a:pt x="440222" y="829151"/>
                      <a:pt x="418632" y="830421"/>
                    </a:cubicBezTo>
                    <a:cubicBezTo>
                      <a:pt x="400852" y="831691"/>
                      <a:pt x="381802" y="824071"/>
                      <a:pt x="369102" y="812641"/>
                    </a:cubicBezTo>
                    <a:cubicBezTo>
                      <a:pt x="355132" y="802481"/>
                      <a:pt x="342432" y="785971"/>
                      <a:pt x="339892" y="768191"/>
                    </a:cubicBezTo>
                    <a:cubicBezTo>
                      <a:pt x="336082" y="747871"/>
                      <a:pt x="344972" y="709771"/>
                      <a:pt x="357672" y="693261"/>
                    </a:cubicBezTo>
                    <a:cubicBezTo>
                      <a:pt x="367832" y="678021"/>
                      <a:pt x="385612" y="667861"/>
                      <a:pt x="403392" y="666591"/>
                    </a:cubicBezTo>
                    <a:cubicBezTo>
                      <a:pt x="424982" y="662781"/>
                      <a:pt x="461812" y="671671"/>
                      <a:pt x="478322" y="688181"/>
                    </a:cubicBezTo>
                    <a:cubicBezTo>
                      <a:pt x="494832" y="703421"/>
                      <a:pt x="503722" y="740251"/>
                      <a:pt x="502452" y="761841"/>
                    </a:cubicBezTo>
                    <a:cubicBezTo>
                      <a:pt x="499912" y="779621"/>
                      <a:pt x="488482" y="797401"/>
                      <a:pt x="475782" y="808831"/>
                    </a:cubicBezTo>
                    <a:cubicBezTo>
                      <a:pt x="464352" y="820261"/>
                      <a:pt x="445302" y="830421"/>
                      <a:pt x="427522" y="830421"/>
                    </a:cubicBezTo>
                    <a:cubicBezTo>
                      <a:pt x="405932" y="830421"/>
                      <a:pt x="370372" y="816451"/>
                      <a:pt x="356402" y="799941"/>
                    </a:cubicBezTo>
                    <a:cubicBezTo>
                      <a:pt x="343702" y="787241"/>
                      <a:pt x="337352" y="774541"/>
                      <a:pt x="337352" y="750411"/>
                    </a:cubicBezTo>
                    <a:cubicBezTo>
                      <a:pt x="334812" y="698341"/>
                      <a:pt x="386882" y="548481"/>
                      <a:pt x="414822" y="487521"/>
                    </a:cubicBezTo>
                    <a:cubicBezTo>
                      <a:pt x="431332" y="451961"/>
                      <a:pt x="454192" y="436721"/>
                      <a:pt x="466892" y="410051"/>
                    </a:cubicBezTo>
                    <a:cubicBezTo>
                      <a:pt x="478322" y="384651"/>
                      <a:pt x="470702" y="357981"/>
                      <a:pt x="488482" y="328771"/>
                    </a:cubicBezTo>
                    <a:cubicBezTo>
                      <a:pt x="515152" y="281781"/>
                      <a:pt x="582462" y="215741"/>
                      <a:pt x="643422" y="172561"/>
                    </a:cubicBezTo>
                    <a:cubicBezTo>
                      <a:pt x="709462" y="126841"/>
                      <a:pt x="800902" y="93821"/>
                      <a:pt x="872022" y="64611"/>
                    </a:cubicBezTo>
                    <a:cubicBezTo>
                      <a:pt x="931712" y="39211"/>
                      <a:pt x="982512" y="12541"/>
                      <a:pt x="1042202" y="3651"/>
                    </a:cubicBezTo>
                    <a:cubicBezTo>
                      <a:pt x="1103162" y="-5239"/>
                      <a:pt x="1155232" y="3651"/>
                      <a:pt x="1231432" y="13811"/>
                    </a:cubicBezTo>
                    <a:cubicBezTo>
                      <a:pt x="1352082" y="29051"/>
                      <a:pt x="1576872" y="73501"/>
                      <a:pt x="1692442" y="109061"/>
                    </a:cubicBezTo>
                    <a:cubicBezTo>
                      <a:pt x="1766102" y="131921"/>
                      <a:pt x="1800392" y="147161"/>
                      <a:pt x="1866432" y="182721"/>
                    </a:cubicBezTo>
                    <a:cubicBezTo>
                      <a:pt x="1966762" y="234791"/>
                      <a:pt x="2147102" y="350361"/>
                      <a:pt x="2227112" y="413861"/>
                    </a:cubicBezTo>
                    <a:cubicBezTo>
                      <a:pt x="2270292" y="448151"/>
                      <a:pt x="2285532" y="462121"/>
                      <a:pt x="2321092" y="505301"/>
                    </a:cubicBezTo>
                    <a:cubicBezTo>
                      <a:pt x="2383322" y="580231"/>
                      <a:pt x="2478572" y="728821"/>
                      <a:pt x="2543342" y="840581"/>
                    </a:cubicBezTo>
                    <a:cubicBezTo>
                      <a:pt x="2603032" y="943451"/>
                      <a:pt x="2655102" y="1053941"/>
                      <a:pt x="2699552" y="1151731"/>
                    </a:cubicBezTo>
                    <a:cubicBezTo>
                      <a:pt x="2738922" y="1234281"/>
                      <a:pt x="2778292" y="1302861"/>
                      <a:pt x="2798612" y="1387951"/>
                    </a:cubicBezTo>
                    <a:cubicBezTo>
                      <a:pt x="2821472" y="1476851"/>
                      <a:pt x="2824012" y="1573371"/>
                      <a:pt x="2827822" y="1673701"/>
                    </a:cubicBezTo>
                    <a:cubicBezTo>
                      <a:pt x="2832902" y="1788001"/>
                      <a:pt x="2832902" y="1922621"/>
                      <a:pt x="2821472" y="2039461"/>
                    </a:cubicBezTo>
                    <a:cubicBezTo>
                      <a:pt x="2810042" y="2147411"/>
                      <a:pt x="2789722" y="2251551"/>
                      <a:pt x="2761782" y="2351881"/>
                    </a:cubicBezTo>
                    <a:cubicBezTo>
                      <a:pt x="2735112" y="2448401"/>
                      <a:pt x="2698282" y="2558891"/>
                      <a:pt x="2657642" y="2631281"/>
                    </a:cubicBezTo>
                    <a:cubicBezTo>
                      <a:pt x="2628432" y="2685891"/>
                      <a:pt x="2600492" y="2718911"/>
                      <a:pt x="2561122" y="2759551"/>
                    </a:cubicBezTo>
                    <a:cubicBezTo>
                      <a:pt x="2515402" y="2807811"/>
                      <a:pt x="2460792" y="2857341"/>
                      <a:pt x="2393482" y="2900521"/>
                    </a:cubicBezTo>
                    <a:cubicBezTo>
                      <a:pt x="2312202" y="2953861"/>
                      <a:pt x="2190282" y="3016091"/>
                      <a:pt x="2100112" y="3047841"/>
                    </a:cubicBezTo>
                    <a:cubicBezTo>
                      <a:pt x="2028992" y="3073241"/>
                      <a:pt x="1985812" y="3082131"/>
                      <a:pt x="1899452" y="3091021"/>
                    </a:cubicBezTo>
                    <a:cubicBezTo>
                      <a:pt x="1748322" y="3107531"/>
                      <a:pt x="1400342" y="3107531"/>
                      <a:pt x="1268262" y="3092291"/>
                    </a:cubicBezTo>
                    <a:cubicBezTo>
                      <a:pt x="1206032" y="3085941"/>
                      <a:pt x="1171742" y="3078321"/>
                      <a:pt x="1133642" y="3060541"/>
                    </a:cubicBezTo>
                    <a:cubicBezTo>
                      <a:pt x="1101892" y="3045301"/>
                      <a:pt x="1082842" y="3018631"/>
                      <a:pt x="1051092" y="2999581"/>
                    </a:cubicBezTo>
                    <a:cubicBezTo>
                      <a:pt x="1015532" y="2977991"/>
                      <a:pt x="968542" y="2971641"/>
                      <a:pt x="930442" y="2942431"/>
                    </a:cubicBezTo>
                    <a:cubicBezTo>
                      <a:pt x="882182" y="2906871"/>
                      <a:pt x="833922" y="2825591"/>
                      <a:pt x="795822" y="2788761"/>
                    </a:cubicBezTo>
                    <a:cubicBezTo>
                      <a:pt x="771692" y="2765901"/>
                      <a:pt x="755182" y="2763361"/>
                      <a:pt x="732322" y="2737961"/>
                    </a:cubicBezTo>
                    <a:cubicBezTo>
                      <a:pt x="687872" y="2689701"/>
                      <a:pt x="631992" y="2586831"/>
                      <a:pt x="571032" y="2506821"/>
                    </a:cubicBezTo>
                    <a:cubicBezTo>
                      <a:pt x="499912" y="2411571"/>
                      <a:pt x="398312" y="2307431"/>
                      <a:pt x="327192" y="2207101"/>
                    </a:cubicBezTo>
                    <a:cubicBezTo>
                      <a:pt x="263692" y="2118201"/>
                      <a:pt x="210352" y="2002631"/>
                      <a:pt x="163362" y="1940401"/>
                    </a:cubicBezTo>
                    <a:cubicBezTo>
                      <a:pt x="134152" y="1902301"/>
                      <a:pt x="107482" y="1884521"/>
                      <a:pt x="85892" y="1854041"/>
                    </a:cubicBezTo>
                    <a:cubicBezTo>
                      <a:pt x="65572" y="1827371"/>
                      <a:pt x="49062" y="1803241"/>
                      <a:pt x="36362" y="1771491"/>
                    </a:cubicBezTo>
                    <a:cubicBezTo>
                      <a:pt x="21122" y="1737201"/>
                      <a:pt x="9692" y="1700371"/>
                      <a:pt x="3342" y="1657191"/>
                    </a:cubicBezTo>
                    <a:cubicBezTo>
                      <a:pt x="-4278" y="1602581"/>
                      <a:pt x="3342" y="1534001"/>
                      <a:pt x="4612" y="1473041"/>
                    </a:cubicBezTo>
                    <a:cubicBezTo>
                      <a:pt x="4612" y="1412081"/>
                      <a:pt x="3342" y="1347311"/>
                      <a:pt x="8422" y="1293971"/>
                    </a:cubicBezTo>
                    <a:cubicBezTo>
                      <a:pt x="12232" y="1248251"/>
                      <a:pt x="13502" y="1208881"/>
                      <a:pt x="28742" y="1168241"/>
                    </a:cubicBezTo>
                    <a:cubicBezTo>
                      <a:pt x="43982" y="1126331"/>
                      <a:pt x="68112" y="1093311"/>
                      <a:pt x="98592" y="1045051"/>
                    </a:cubicBezTo>
                    <a:cubicBezTo>
                      <a:pt x="148122" y="968851"/>
                      <a:pt x="243372" y="825341"/>
                      <a:pt x="297982" y="760571"/>
                    </a:cubicBezTo>
                    <a:cubicBezTo>
                      <a:pt x="331002" y="723741"/>
                      <a:pt x="347512" y="709771"/>
                      <a:pt x="384342" y="681831"/>
                    </a:cubicBezTo>
                    <a:cubicBezTo>
                      <a:pt x="436412" y="639921"/>
                      <a:pt x="521502" y="596741"/>
                      <a:pt x="591352" y="548481"/>
                    </a:cubicBezTo>
                    <a:cubicBezTo>
                      <a:pt x="667552" y="495141"/>
                      <a:pt x="767882" y="396081"/>
                      <a:pt x="825032" y="371951"/>
                    </a:cubicBezTo>
                    <a:cubicBezTo>
                      <a:pt x="852972" y="360521"/>
                      <a:pt x="874562" y="356711"/>
                      <a:pt x="893612" y="363061"/>
                    </a:cubicBezTo>
                    <a:cubicBezTo>
                      <a:pt x="910122" y="366871"/>
                      <a:pt x="926632" y="382111"/>
                      <a:pt x="934252" y="397351"/>
                    </a:cubicBezTo>
                    <a:cubicBezTo>
                      <a:pt x="943142" y="411321"/>
                      <a:pt x="945682" y="434181"/>
                      <a:pt x="941872" y="450691"/>
                    </a:cubicBezTo>
                    <a:cubicBezTo>
                      <a:pt x="938062" y="465931"/>
                      <a:pt x="912662" y="495141"/>
                      <a:pt x="912662" y="495141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2C4B8FF4-EFD8-CD87-EFBC-3F60F9BB63F3}"/>
              </a:ext>
            </a:extLst>
          </p:cNvPr>
          <p:cNvGrpSpPr/>
          <p:nvPr/>
        </p:nvGrpSpPr>
        <p:grpSpPr>
          <a:xfrm>
            <a:off x="153549" y="1375854"/>
            <a:ext cx="13747698" cy="5502935"/>
            <a:chOff x="0" y="27807"/>
            <a:chExt cx="12573000" cy="4856417"/>
          </a:xfrm>
        </p:grpSpPr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E7C896D-1B3C-F8BB-96C6-1131F199089E}"/>
                </a:ext>
              </a:extLst>
            </p:cNvPr>
            <p:cNvSpPr txBox="1"/>
            <p:nvPr/>
          </p:nvSpPr>
          <p:spPr>
            <a:xfrm>
              <a:off x="4819895" y="4420438"/>
              <a:ext cx="5283951" cy="4637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2800" b="1" i="1" dirty="0">
                  <a:solidFill>
                    <a:srgbClr val="26C867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pF = log​( </a:t>
              </a:r>
              <a:r>
                <a:rPr lang="en-US" sz="2400" b="1" i="1" dirty="0">
                  <a:solidFill>
                    <a:srgbClr val="26C867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pression</a:t>
              </a:r>
              <a:r>
                <a:rPr lang="en-US" b="1" i="1" dirty="0">
                  <a:solidFill>
                    <a:srgbClr val="26C867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(</a:t>
              </a:r>
              <a:r>
                <a:rPr lang="en-US" b="1" i="1" dirty="0" err="1">
                  <a:solidFill>
                    <a:srgbClr val="26C867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mbaR</a:t>
              </a:r>
              <a:r>
                <a:rPr lang="en-US" b="1" i="1" dirty="0">
                  <a:solidFill>
                    <a:srgbClr val="26C867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)</a:t>
              </a:r>
              <a:r>
                <a:rPr lang="en-US" sz="2800" b="1" i="1" dirty="0">
                  <a:solidFill>
                    <a:srgbClr val="26C867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 )</a:t>
              </a:r>
            </a:p>
          </p:txBody>
        </p: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4D564F13-55DE-DC2F-23AB-3C595CF8CD6E}"/>
                </a:ext>
              </a:extLst>
            </p:cNvPr>
            <p:cNvSpPr txBox="1"/>
            <p:nvPr/>
          </p:nvSpPr>
          <p:spPr>
            <a:xfrm>
              <a:off x="36816" y="4029813"/>
              <a:ext cx="10944367" cy="481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142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Variation de la  Resistance des </a:t>
              </a:r>
              <a:r>
                <a:rPr lang="en-US" sz="2142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capteurs</a:t>
              </a:r>
              <a:r>
                <a:rPr lang="en-US" sz="2142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 </a:t>
              </a:r>
              <a:r>
                <a:rPr lang="en-US" sz="2142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en</a:t>
              </a:r>
              <a:r>
                <a:rPr lang="en-US" sz="2142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 </a:t>
              </a:r>
              <a:r>
                <a:rPr lang="en-US" sz="2142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fonction</a:t>
              </a:r>
              <a:r>
                <a:rPr lang="en-US" sz="2142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 du pF et du temps </a:t>
              </a:r>
            </a:p>
          </p:txBody>
        </p:sp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6E535637-36F9-2354-200A-DE705E20A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27807"/>
              <a:ext cx="12573000" cy="4008477"/>
            </a:xfrm>
            <a:prstGeom prst="rect">
              <a:avLst/>
            </a:prstGeom>
          </p:spPr>
        </p:pic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CB72F61A-50B4-91B0-64DF-8B8784690262}"/>
              </a:ext>
            </a:extLst>
          </p:cNvPr>
          <p:cNvSpPr txBox="1"/>
          <p:nvPr/>
        </p:nvSpPr>
        <p:spPr>
          <a:xfrm>
            <a:off x="192097" y="7016269"/>
            <a:ext cx="1437889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000" dirty="0"/>
              <a:t>Mesures sur 4 capteurs et comparaison avec un </a:t>
            </a:r>
            <a:r>
              <a:rPr lang="fr-FR" sz="2000" dirty="0" err="1"/>
              <a:t>Watermark</a:t>
            </a:r>
            <a:r>
              <a:rPr lang="fr-FR" sz="2000" dirty="0"/>
              <a:t> (WM) et un tensiomètre.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000" dirty="0"/>
              <a:t>Tests réalisés pour différents pF.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000" dirty="0"/>
              <a:t>Les quatre capteurs présentent des courbes de même allure.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000" dirty="0"/>
              <a:t>Le </a:t>
            </a:r>
            <a:r>
              <a:rPr lang="fr-FR" sz="2000" dirty="0" err="1"/>
              <a:t>Watermark</a:t>
            </a:r>
            <a:r>
              <a:rPr lang="fr-FR" sz="2000" dirty="0"/>
              <a:t> et le capteur 4 ont été testés dans les mêmes conditions.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000" dirty="0"/>
              <a:t>Tensiomètre installé : plage de mesure </a:t>
            </a:r>
            <a:r>
              <a:rPr lang="fr-FR" sz="2000" dirty="0">
                <a:solidFill>
                  <a:schemeClr val="tx2"/>
                </a:solidFill>
              </a:rPr>
              <a:t>0 à 40 kPa </a:t>
            </a:r>
            <a:r>
              <a:rPr lang="fr-FR" sz="2000" dirty="0"/>
              <a:t>(avec 1 kPa = 10 mbar).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9E5FB3B-C518-D335-F368-A6AF43155264}"/>
              </a:ext>
            </a:extLst>
          </p:cNvPr>
          <p:cNvSpPr txBox="1"/>
          <p:nvPr/>
        </p:nvSpPr>
        <p:spPr>
          <a:xfrm>
            <a:off x="4411525" y="37246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</a:t>
            </a:r>
            <a:r>
              <a:rPr lang="fr-FR" sz="18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	Mesures de 4 capteurs à des pF différentes</a:t>
            </a:r>
          </a:p>
        </p:txBody>
      </p:sp>
    </p:spTree>
    <p:extLst>
      <p:ext uri="{BB962C8B-B14F-4D97-AF65-F5344CB8AC3E}">
        <p14:creationId xmlns:p14="http://schemas.microsoft.com/office/powerpoint/2010/main" val="3106554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CE8D0-A643-5ACF-BFB0-8F5B35113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B8CF8270-8B30-D122-3834-E9708DC02DFB}"/>
              </a:ext>
            </a:extLst>
          </p:cNvPr>
          <p:cNvGrpSpPr/>
          <p:nvPr/>
        </p:nvGrpSpPr>
        <p:grpSpPr>
          <a:xfrm>
            <a:off x="2667000" y="2552700"/>
            <a:ext cx="14097000" cy="7359517"/>
            <a:chOff x="0" y="747964"/>
            <a:chExt cx="17998081" cy="983048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A730C6B-F98B-EEAD-DCB2-D6140E5F3D62}"/>
                </a:ext>
              </a:extLst>
            </p:cNvPr>
            <p:cNvSpPr/>
            <p:nvPr/>
          </p:nvSpPr>
          <p:spPr>
            <a:xfrm>
              <a:off x="483977" y="2557372"/>
              <a:ext cx="11172220" cy="1488487"/>
            </a:xfrm>
            <a:custGeom>
              <a:avLst/>
              <a:gdLst/>
              <a:ahLst/>
              <a:cxnLst/>
              <a:rect l="l" t="t" r="r" b="b"/>
              <a:pathLst>
                <a:path w="11172220" h="1488487">
                  <a:moveTo>
                    <a:pt x="0" y="0"/>
                  </a:moveTo>
                  <a:lnTo>
                    <a:pt x="11172220" y="0"/>
                  </a:lnTo>
                  <a:lnTo>
                    <a:pt x="11172220" y="1488487"/>
                  </a:lnTo>
                  <a:lnTo>
                    <a:pt x="0" y="1488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63" b="-66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C80FDD1-108B-12D1-15C4-5F31DCDE0E2B}"/>
                </a:ext>
              </a:extLst>
            </p:cNvPr>
            <p:cNvSpPr/>
            <p:nvPr/>
          </p:nvSpPr>
          <p:spPr>
            <a:xfrm>
              <a:off x="483977" y="4278221"/>
              <a:ext cx="11172220" cy="1488487"/>
            </a:xfrm>
            <a:custGeom>
              <a:avLst/>
              <a:gdLst/>
              <a:ahLst/>
              <a:cxnLst/>
              <a:rect l="l" t="t" r="r" b="b"/>
              <a:pathLst>
                <a:path w="11172220" h="1488487">
                  <a:moveTo>
                    <a:pt x="0" y="0"/>
                  </a:moveTo>
                  <a:lnTo>
                    <a:pt x="11172220" y="0"/>
                  </a:lnTo>
                  <a:lnTo>
                    <a:pt x="11172220" y="1488488"/>
                  </a:lnTo>
                  <a:lnTo>
                    <a:pt x="0" y="148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63" b="-66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AF93AB0-7C13-D810-1206-813BE9717172}"/>
                </a:ext>
              </a:extLst>
            </p:cNvPr>
            <p:cNvSpPr/>
            <p:nvPr/>
          </p:nvSpPr>
          <p:spPr>
            <a:xfrm>
              <a:off x="483977" y="6005879"/>
              <a:ext cx="11172220" cy="1502269"/>
            </a:xfrm>
            <a:custGeom>
              <a:avLst/>
              <a:gdLst/>
              <a:ahLst/>
              <a:cxnLst/>
              <a:rect l="l" t="t" r="r" b="b"/>
              <a:pathLst>
                <a:path w="11172220" h="1502269">
                  <a:moveTo>
                    <a:pt x="0" y="0"/>
                  </a:moveTo>
                  <a:lnTo>
                    <a:pt x="11172220" y="0"/>
                  </a:lnTo>
                  <a:lnTo>
                    <a:pt x="11172220" y="1502269"/>
                  </a:lnTo>
                  <a:lnTo>
                    <a:pt x="0" y="1502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63" b="-66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2415C7E-8DE2-9A1C-27FB-762388FC3421}"/>
                </a:ext>
              </a:extLst>
            </p:cNvPr>
            <p:cNvSpPr/>
            <p:nvPr/>
          </p:nvSpPr>
          <p:spPr>
            <a:xfrm>
              <a:off x="483977" y="747964"/>
              <a:ext cx="11172220" cy="1571181"/>
            </a:xfrm>
            <a:custGeom>
              <a:avLst/>
              <a:gdLst/>
              <a:ahLst/>
              <a:cxnLst/>
              <a:rect l="l" t="t" r="r" b="b"/>
              <a:pathLst>
                <a:path w="11172220" h="1571181">
                  <a:moveTo>
                    <a:pt x="0" y="0"/>
                  </a:moveTo>
                  <a:lnTo>
                    <a:pt x="11172220" y="0"/>
                  </a:lnTo>
                  <a:lnTo>
                    <a:pt x="11172220" y="1571181"/>
                  </a:lnTo>
                  <a:lnTo>
                    <a:pt x="0" y="1571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63" b="-66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62EAD02-4972-89B1-32D0-2D9CE0D359AA}"/>
                </a:ext>
              </a:extLst>
            </p:cNvPr>
            <p:cNvSpPr/>
            <p:nvPr/>
          </p:nvSpPr>
          <p:spPr>
            <a:xfrm>
              <a:off x="0" y="769957"/>
              <a:ext cx="2440982" cy="5063316"/>
            </a:xfrm>
            <a:custGeom>
              <a:avLst/>
              <a:gdLst/>
              <a:ahLst/>
              <a:cxnLst/>
              <a:rect l="l" t="t" r="r" b="b"/>
              <a:pathLst>
                <a:path w="2440982" h="5063316">
                  <a:moveTo>
                    <a:pt x="0" y="0"/>
                  </a:moveTo>
                  <a:lnTo>
                    <a:pt x="2440982" y="0"/>
                  </a:lnTo>
                  <a:lnTo>
                    <a:pt x="2440982" y="5063316"/>
                  </a:lnTo>
                  <a:lnTo>
                    <a:pt x="0" y="5063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w="104775" cap="sq">
              <a:solidFill>
                <a:srgbClr val="F3110E"/>
              </a:solidFill>
              <a:prstDash val="sysDot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327E091-23C0-E1B8-BD92-5A0DD5804696}"/>
                </a:ext>
              </a:extLst>
            </p:cNvPr>
            <p:cNvSpPr/>
            <p:nvPr/>
          </p:nvSpPr>
          <p:spPr>
            <a:xfrm rot="-7127774">
              <a:off x="1008529" y="8081251"/>
              <a:ext cx="1571590" cy="445760"/>
            </a:xfrm>
            <a:custGeom>
              <a:avLst/>
              <a:gdLst/>
              <a:ahLst/>
              <a:cxnLst/>
              <a:rect l="l" t="t" r="r" b="b"/>
              <a:pathLst>
                <a:path w="1571590" h="445760">
                  <a:moveTo>
                    <a:pt x="0" y="0"/>
                  </a:moveTo>
                  <a:lnTo>
                    <a:pt x="1571590" y="0"/>
                  </a:lnTo>
                  <a:lnTo>
                    <a:pt x="1571590" y="445760"/>
                  </a:lnTo>
                  <a:lnTo>
                    <a:pt x="0" y="44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F5DC2D8-AF5A-7AB5-959C-266494BEA8CB}"/>
                </a:ext>
              </a:extLst>
            </p:cNvPr>
            <p:cNvSpPr txBox="1"/>
            <p:nvPr/>
          </p:nvSpPr>
          <p:spPr>
            <a:xfrm>
              <a:off x="11306944" y="892666"/>
              <a:ext cx="3423665" cy="9731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4"/>
                </a:lnSpc>
              </a:pPr>
              <a:r>
                <a:rPr lang="en-US" sz="2796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Référence</a:t>
              </a:r>
              <a:r>
                <a:rPr lang="en-US" sz="2796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  <a:p>
              <a:pPr algn="ctr">
                <a:lnSpc>
                  <a:spcPts val="3914"/>
                </a:lnSpc>
              </a:pPr>
              <a:r>
                <a:rPr lang="en-US" sz="2796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825kΩ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DA3A3D3-6D2E-4D46-F5D2-8941104B0867}"/>
                </a:ext>
              </a:extLst>
            </p:cNvPr>
            <p:cNvSpPr txBox="1"/>
            <p:nvPr/>
          </p:nvSpPr>
          <p:spPr>
            <a:xfrm>
              <a:off x="11845695" y="2353646"/>
              <a:ext cx="2411020" cy="97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4"/>
                </a:lnSpc>
              </a:pPr>
              <a:r>
                <a:rPr lang="en-US" sz="2796">
                  <a:solidFill>
                    <a:srgbClr val="26C867"/>
                  </a:solidFill>
                  <a:latin typeface="Open Sans"/>
                  <a:ea typeface="Open Sans"/>
                  <a:cs typeface="Open Sans"/>
                  <a:sym typeface="Open Sans"/>
                </a:rPr>
                <a:t>Watermark</a:t>
              </a:r>
            </a:p>
            <a:p>
              <a:pPr algn="ctr">
                <a:lnSpc>
                  <a:spcPts val="3914"/>
                </a:lnSpc>
              </a:pPr>
              <a:r>
                <a:rPr lang="en-US" sz="279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⌉5kΩ;20kΩ⌈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6881953-CF0C-3865-7F0D-FA687752223D}"/>
                </a:ext>
              </a:extLst>
            </p:cNvPr>
            <p:cNvSpPr txBox="1"/>
            <p:nvPr/>
          </p:nvSpPr>
          <p:spPr>
            <a:xfrm>
              <a:off x="11813267" y="4174530"/>
              <a:ext cx="2411020" cy="1289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4"/>
                </a:lnSpc>
              </a:pPr>
              <a:r>
                <a:rPr lang="en-US" sz="2796" dirty="0">
                  <a:solidFill>
                    <a:srgbClr val="26C867"/>
                  </a:solidFill>
                  <a:latin typeface="Open Sans"/>
                  <a:ea typeface="Open Sans"/>
                  <a:cs typeface="Open Sans"/>
                  <a:sym typeface="Open Sans"/>
                </a:rPr>
                <a:t>Capteur3</a:t>
              </a:r>
            </a:p>
            <a:p>
              <a:pPr algn="ctr">
                <a:lnSpc>
                  <a:spcPts val="3914"/>
                </a:lnSpc>
              </a:pPr>
              <a:r>
                <a:rPr lang="en-US" sz="2796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⌉7kΩ;22kΩ⌈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633D6C12-60EC-E435-078E-8B3C9BE56312}"/>
                </a:ext>
              </a:extLst>
            </p:cNvPr>
            <p:cNvSpPr txBox="1"/>
            <p:nvPr/>
          </p:nvSpPr>
          <p:spPr>
            <a:xfrm>
              <a:off x="11845695" y="6005879"/>
              <a:ext cx="2411020" cy="9731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4"/>
                </a:lnSpc>
              </a:pPr>
              <a:r>
                <a:rPr lang="en-US" sz="2796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Capteur2</a:t>
              </a:r>
            </a:p>
            <a:p>
              <a:pPr algn="ctr">
                <a:lnSpc>
                  <a:spcPts val="3914"/>
                </a:lnSpc>
              </a:pPr>
              <a:r>
                <a:rPr lang="en-US" sz="2796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⌉4kΩ;18kΩ⌈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2D4B3981-7725-CF96-2A7C-4CC1F6B26380}"/>
                </a:ext>
              </a:extLst>
            </p:cNvPr>
            <p:cNvSpPr txBox="1"/>
            <p:nvPr/>
          </p:nvSpPr>
          <p:spPr>
            <a:xfrm>
              <a:off x="14604899" y="4043224"/>
              <a:ext cx="3393182" cy="560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4"/>
                </a:lnSpc>
                <a:spcBef>
                  <a:spcPct val="0"/>
                </a:spcBef>
              </a:pPr>
              <a:endParaRPr lang="en-US" sz="2496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29D2D589-63C3-2688-D9D6-B4078D6911B7}"/>
                </a:ext>
              </a:extLst>
            </p:cNvPr>
            <p:cNvSpPr txBox="1"/>
            <p:nvPr/>
          </p:nvSpPr>
          <p:spPr>
            <a:xfrm>
              <a:off x="1166071" y="9033438"/>
              <a:ext cx="3343970" cy="1545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2000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bruit de mesure</a:t>
              </a:r>
            </a:p>
            <a:p>
              <a:pPr algn="ctr">
                <a:lnSpc>
                  <a:spcPts val="4759"/>
                </a:lnSpc>
              </a:pPr>
              <a:endParaRPr lang="en-US" sz="2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8" name="ZoneTexte 17">
            <a:extLst>
              <a:ext uri="{FF2B5EF4-FFF2-40B4-BE49-F238E27FC236}">
                <a16:creationId xmlns:a16="http://schemas.microsoft.com/office/drawing/2014/main" id="{AFED8D81-3920-C570-1576-16034FBD1330}"/>
              </a:ext>
            </a:extLst>
          </p:cNvPr>
          <p:cNvSpPr txBox="1"/>
          <p:nvPr/>
        </p:nvSpPr>
        <p:spPr>
          <a:xfrm>
            <a:off x="1905000" y="1472644"/>
            <a:ext cx="15375082" cy="634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759"/>
              </a:lnSpc>
            </a:pPr>
            <a:r>
              <a:rPr lang="fr-FR" sz="2400" b="1" i="1" dirty="0">
                <a:solidFill>
                  <a:srgbClr val="FF0000"/>
                </a:solidFill>
              </a:rPr>
              <a:t>Les mesures peuvent être affectées par du bruit (chutes de tension, perturbations électriques/électroniques, etc.).</a:t>
            </a:r>
            <a:endParaRPr lang="en-US" sz="2400" b="1" i="1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" name="Image 19" descr="panneau attention clipart 10 free Cliparts | Download images on ...">
            <a:extLst>
              <a:ext uri="{FF2B5EF4-FFF2-40B4-BE49-F238E27FC236}">
                <a16:creationId xmlns:a16="http://schemas.microsoft.com/office/drawing/2014/main" id="{DDFC5CB7-5934-545F-BA9E-8E899507FC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918" y="1164131"/>
            <a:ext cx="1130863" cy="94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515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A3D83-29CB-3935-F435-265A6E79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12DB08AB-0A35-1C18-FC0D-32F9512C222A}"/>
              </a:ext>
            </a:extLst>
          </p:cNvPr>
          <p:cNvGrpSpPr/>
          <p:nvPr/>
        </p:nvGrpSpPr>
        <p:grpSpPr>
          <a:xfrm>
            <a:off x="2604294" y="4391476"/>
            <a:ext cx="13168542" cy="5126082"/>
            <a:chOff x="1923743" y="1551577"/>
            <a:chExt cx="11203121" cy="383771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1D1EF79-D793-6D75-CEFA-B0A38C153F89}"/>
                </a:ext>
              </a:extLst>
            </p:cNvPr>
            <p:cNvSpPr txBox="1"/>
            <p:nvPr/>
          </p:nvSpPr>
          <p:spPr>
            <a:xfrm>
              <a:off x="1923743" y="5120178"/>
              <a:ext cx="11203121" cy="2691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2142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C4E848C-60D8-65B7-C5C6-8803383F45B4}"/>
                </a:ext>
              </a:extLst>
            </p:cNvPr>
            <p:cNvSpPr/>
            <p:nvPr/>
          </p:nvSpPr>
          <p:spPr>
            <a:xfrm>
              <a:off x="10806334" y="1551577"/>
              <a:ext cx="646987" cy="3274446"/>
            </a:xfrm>
            <a:custGeom>
              <a:avLst/>
              <a:gdLst/>
              <a:ahLst/>
              <a:cxnLst/>
              <a:rect l="l" t="t" r="r" b="b"/>
              <a:pathLst>
                <a:path w="862650" h="4365929">
                  <a:moveTo>
                    <a:pt x="0" y="0"/>
                  </a:moveTo>
                  <a:lnTo>
                    <a:pt x="862651" y="0"/>
                  </a:lnTo>
                  <a:lnTo>
                    <a:pt x="862651" y="4365929"/>
                  </a:lnTo>
                  <a:lnTo>
                    <a:pt x="0" y="43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76947" t="-11942" r="-32968" b="-28327"/>
              </a:stretch>
            </a:blipFill>
          </p:spPr>
          <p:txBody>
            <a:bodyPr/>
            <a:lstStyle/>
            <a:p>
              <a:endParaRPr lang="fr-FR" dirty="0"/>
            </a:p>
          </p:txBody>
        </p: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7BFBEB2A-435D-4BFB-9EBE-53F43313C622}"/>
              </a:ext>
            </a:extLst>
          </p:cNvPr>
          <p:cNvSpPr txBox="1"/>
          <p:nvPr/>
        </p:nvSpPr>
        <p:spPr>
          <a:xfrm>
            <a:off x="2971800" y="7486142"/>
            <a:ext cx="143788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sz="2000" dirty="0"/>
              <a:t>Une référence (résistance fixe) est ajoutée afin de valider </a:t>
            </a:r>
            <a:r>
              <a:rPr lang="fr-FR" sz="2000" dirty="0">
                <a:solidFill>
                  <a:srgbClr val="00B050"/>
                </a:solidFill>
              </a:rPr>
              <a:t>la conformité des données </a:t>
            </a:r>
            <a:r>
              <a:rPr lang="fr-FR" sz="2000" dirty="0"/>
              <a:t>mesurées et </a:t>
            </a:r>
          </a:p>
          <a:p>
            <a:pPr lvl="1"/>
            <a:r>
              <a:rPr lang="fr-FR" sz="2000" dirty="0">
                <a:solidFill>
                  <a:srgbClr val="00B050"/>
                </a:solidFill>
              </a:rPr>
              <a:t>de détecter les chutes de tension </a:t>
            </a:r>
            <a:r>
              <a:rPr lang="fr-FR" sz="2000" dirty="0"/>
              <a:t>ainsi que le bruit de mesure.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DC3D290-A101-7434-4F40-9CEAA6864FEC}"/>
              </a:ext>
            </a:extLst>
          </p:cNvPr>
          <p:cNvSpPr txBox="1"/>
          <p:nvPr/>
        </p:nvSpPr>
        <p:spPr>
          <a:xfrm>
            <a:off x="4419600" y="37246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B.</a:t>
            </a:r>
            <a:r>
              <a:rPr lang="fr-FR" sz="18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	Mesures de 4 capteurs à des pF différentes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B7A2AE3-7C96-5B32-9B77-5A3AB8BCB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149" y="1318709"/>
            <a:ext cx="14752831" cy="614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271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AD0AE-90A3-7526-BEF0-14B59BC80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8D69D80-F9A3-CEC6-6F77-5AC8A74695A6}"/>
              </a:ext>
            </a:extLst>
          </p:cNvPr>
          <p:cNvSpPr txBox="1"/>
          <p:nvPr/>
        </p:nvSpPr>
        <p:spPr>
          <a:xfrm>
            <a:off x="4572000" y="4958834"/>
            <a:ext cx="1158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	Bilan énergétique des capteurs (version 4.4)</a:t>
            </a:r>
          </a:p>
        </p:txBody>
      </p:sp>
    </p:spTree>
    <p:extLst>
      <p:ext uri="{BB962C8B-B14F-4D97-AF65-F5344CB8AC3E}">
        <p14:creationId xmlns:p14="http://schemas.microsoft.com/office/powerpoint/2010/main" val="1815162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C49B3-E365-1167-868C-9AD72902F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60E76CA2-A6CD-931F-9F34-B21077730613}"/>
              </a:ext>
            </a:extLst>
          </p:cNvPr>
          <p:cNvGrpSpPr/>
          <p:nvPr/>
        </p:nvGrpSpPr>
        <p:grpSpPr>
          <a:xfrm>
            <a:off x="212779" y="760724"/>
            <a:ext cx="15577718" cy="7131385"/>
            <a:chOff x="3755" y="0"/>
            <a:chExt cx="20770290" cy="950851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6AE9670-00D7-2A73-F417-78C65D348878}"/>
                </a:ext>
              </a:extLst>
            </p:cNvPr>
            <p:cNvSpPr/>
            <p:nvPr/>
          </p:nvSpPr>
          <p:spPr>
            <a:xfrm>
              <a:off x="3755" y="0"/>
              <a:ext cx="11660613" cy="8907237"/>
            </a:xfrm>
            <a:custGeom>
              <a:avLst/>
              <a:gdLst/>
              <a:ahLst/>
              <a:cxnLst/>
              <a:rect l="l" t="t" r="r" b="b"/>
              <a:pathLst>
                <a:path w="11660613" h="8907237">
                  <a:moveTo>
                    <a:pt x="0" y="0"/>
                  </a:moveTo>
                  <a:lnTo>
                    <a:pt x="11660613" y="0"/>
                  </a:lnTo>
                  <a:lnTo>
                    <a:pt x="11660613" y="8907237"/>
                  </a:lnTo>
                  <a:lnTo>
                    <a:pt x="0" y="8907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D5C76786-1101-79DF-18D7-4BC6B97186C3}"/>
                </a:ext>
              </a:extLst>
            </p:cNvPr>
            <p:cNvSpPr txBox="1"/>
            <p:nvPr/>
          </p:nvSpPr>
          <p:spPr>
            <a:xfrm>
              <a:off x="3041515" y="8907237"/>
              <a:ext cx="17732530" cy="6012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72"/>
                </a:lnSpc>
              </a:pPr>
              <a:r>
                <a:rPr lang="en-US" b="1" i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Puissance d’un </a:t>
              </a:r>
              <a:r>
                <a:rPr lang="en-US" b="1" i="1" dirty="0" err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capteur</a:t>
              </a:r>
              <a:r>
                <a:rPr lang="en-US" b="1" i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b="1" i="1" dirty="0" err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</a:t>
              </a:r>
              <a:r>
                <a:rPr lang="en-US" b="1" i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b="1" i="1" dirty="0" err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fonction</a:t>
              </a:r>
              <a:r>
                <a:rPr lang="en-US" b="1" i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de la resistance </a:t>
              </a:r>
              <a:r>
                <a:rPr lang="en-US" b="1" i="1" dirty="0" err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capteur</a:t>
              </a:r>
              <a:endParaRPr lang="en-US" b="1" i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92C71D3D-68C4-CC32-4CED-EC91BD82511D}"/>
              </a:ext>
            </a:extLst>
          </p:cNvPr>
          <p:cNvGrpSpPr/>
          <p:nvPr/>
        </p:nvGrpSpPr>
        <p:grpSpPr>
          <a:xfrm>
            <a:off x="158351" y="8494650"/>
            <a:ext cx="6595450" cy="1169667"/>
            <a:chOff x="6807645" y="284696"/>
            <a:chExt cx="9740829" cy="1582692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F74167-7A30-642E-E57E-78FF516529A0}"/>
                </a:ext>
              </a:extLst>
            </p:cNvPr>
            <p:cNvSpPr/>
            <p:nvPr/>
          </p:nvSpPr>
          <p:spPr>
            <a:xfrm>
              <a:off x="6807645" y="284696"/>
              <a:ext cx="4672709" cy="1582692"/>
            </a:xfrm>
            <a:custGeom>
              <a:avLst/>
              <a:gdLst/>
              <a:ahLst/>
              <a:cxnLst/>
              <a:rect l="l" t="t" r="r" b="b"/>
              <a:pathLst>
                <a:path w="4672709" h="1582692">
                  <a:moveTo>
                    <a:pt x="0" y="0"/>
                  </a:moveTo>
                  <a:lnTo>
                    <a:pt x="4672709" y="0"/>
                  </a:lnTo>
                  <a:lnTo>
                    <a:pt x="4672709" y="1582692"/>
                  </a:lnTo>
                  <a:lnTo>
                    <a:pt x="0" y="158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50721" b="-1239"/>
              </a:stretch>
            </a:blip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FE6D0CC-4DF7-51B7-A6A2-C250CEB21CDA}"/>
                </a:ext>
              </a:extLst>
            </p:cNvPr>
            <p:cNvSpPr txBox="1"/>
            <p:nvPr/>
          </p:nvSpPr>
          <p:spPr>
            <a:xfrm>
              <a:off x="10252883" y="493956"/>
              <a:ext cx="6295591" cy="11641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949"/>
                </a:lnSpc>
                <a:spcBef>
                  <a:spcPct val="0"/>
                </a:spcBef>
              </a:pPr>
              <a:r>
                <a:rPr lang="en-US" sz="2400" dirty="0">
                  <a:sym typeface="Open Sans"/>
                </a:rPr>
                <a:t>  Avec Rcap≈0;....;101.8 MΩ </a:t>
              </a:r>
            </a:p>
            <a:p>
              <a:pPr algn="ctr">
                <a:lnSpc>
                  <a:spcPts val="4949"/>
                </a:lnSpc>
                <a:spcBef>
                  <a:spcPct val="0"/>
                </a:spcBef>
              </a:pPr>
              <a:r>
                <a:rPr lang="en-US" sz="2400" dirty="0">
                  <a:sym typeface="Open Sans"/>
                </a:rPr>
                <a:t> </a:t>
              </a:r>
            </a:p>
          </p:txBody>
        </p:sp>
      </p:grpSp>
      <p:graphicFrame>
        <p:nvGraphicFramePr>
          <p:cNvPr id="16" name="Graphique 15">
            <a:extLst>
              <a:ext uri="{FF2B5EF4-FFF2-40B4-BE49-F238E27FC236}">
                <a16:creationId xmlns:a16="http://schemas.microsoft.com/office/drawing/2014/main" id="{5B71924D-60E9-7D1F-C375-3E0E7573E7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9316929"/>
              </p:ext>
            </p:extLst>
          </p:nvPr>
        </p:nvGraphicFramePr>
        <p:xfrm>
          <a:off x="8610600" y="2609511"/>
          <a:ext cx="6633210" cy="4229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791E354C-4049-1F1C-1DF4-8B8E2A522EB2}"/>
              </a:ext>
            </a:extLst>
          </p:cNvPr>
          <p:cNvSpPr txBox="1"/>
          <p:nvPr/>
        </p:nvSpPr>
        <p:spPr>
          <a:xfrm>
            <a:off x="8192008" y="8381742"/>
            <a:ext cx="10554208" cy="1899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fr-FR" sz="3200" b="1" dirty="0">
                <a:solidFill>
                  <a:srgbClr val="00B050"/>
                </a:solidFill>
                <a:latin typeface="Open Sans"/>
                <a:ea typeface="Open Sans"/>
                <a:cs typeface="Open Sans"/>
                <a:sym typeface="Open Sans"/>
              </a:rPr>
              <a:t>Conclusion: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fr-FR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Plus le milieu est humide, plus la puissance utilisée est importante, plus la consommation énergétique devient importante aussi </a:t>
            </a:r>
            <a:endParaRPr lang="en-US" sz="2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E713AE1-312E-B3FC-675D-F77670EB5782}"/>
              </a:ext>
            </a:extLst>
          </p:cNvPr>
          <p:cNvSpPr txBox="1"/>
          <p:nvPr/>
        </p:nvSpPr>
        <p:spPr>
          <a:xfrm>
            <a:off x="5181600" y="-82509"/>
            <a:ext cx="8300356" cy="1554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116"/>
              </a:lnSpc>
            </a:pPr>
            <a:r>
              <a:rPr lang="en-US" sz="28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A.	Puissance limite </a:t>
            </a:r>
            <a:r>
              <a:rPr lang="fr-FR" sz="28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Utilisée</a:t>
            </a:r>
          </a:p>
          <a:p>
            <a:pPr algn="ctr">
              <a:lnSpc>
                <a:spcPts val="6116"/>
              </a:lnSpc>
            </a:pPr>
            <a:endParaRPr lang="en-US" sz="28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328806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A49E1-EEFA-5F2D-D0F1-CCC8E431A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1A7AA9D2-CC1D-D9FB-8238-89BC00F7E5DE}"/>
              </a:ext>
            </a:extLst>
          </p:cNvPr>
          <p:cNvGrpSpPr/>
          <p:nvPr/>
        </p:nvGrpSpPr>
        <p:grpSpPr>
          <a:xfrm>
            <a:off x="0" y="3052334"/>
            <a:ext cx="8230546" cy="6455403"/>
            <a:chOff x="0" y="0"/>
            <a:chExt cx="2167716" cy="170018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ACD46C9-B56A-8F04-48E4-B01BFEABF223}"/>
                </a:ext>
              </a:extLst>
            </p:cNvPr>
            <p:cNvSpPr/>
            <p:nvPr/>
          </p:nvSpPr>
          <p:spPr>
            <a:xfrm>
              <a:off x="0" y="0"/>
              <a:ext cx="2167716" cy="1700188"/>
            </a:xfrm>
            <a:custGeom>
              <a:avLst/>
              <a:gdLst/>
              <a:ahLst/>
              <a:cxnLst/>
              <a:rect l="l" t="t" r="r" b="b"/>
              <a:pathLst>
                <a:path w="2167716" h="1700188">
                  <a:moveTo>
                    <a:pt x="49854" y="0"/>
                  </a:moveTo>
                  <a:lnTo>
                    <a:pt x="2117862" y="0"/>
                  </a:lnTo>
                  <a:cubicBezTo>
                    <a:pt x="2131084" y="0"/>
                    <a:pt x="2143765" y="5252"/>
                    <a:pt x="2153114" y="14602"/>
                  </a:cubicBezTo>
                  <a:cubicBezTo>
                    <a:pt x="2162464" y="23951"/>
                    <a:pt x="2167716" y="36632"/>
                    <a:pt x="2167716" y="49854"/>
                  </a:cubicBezTo>
                  <a:lnTo>
                    <a:pt x="2167716" y="1650335"/>
                  </a:lnTo>
                  <a:cubicBezTo>
                    <a:pt x="2167716" y="1677868"/>
                    <a:pt x="2145396" y="1700188"/>
                    <a:pt x="2117862" y="1700188"/>
                  </a:cubicBezTo>
                  <a:lnTo>
                    <a:pt x="49854" y="1700188"/>
                  </a:lnTo>
                  <a:cubicBezTo>
                    <a:pt x="36632" y="1700188"/>
                    <a:pt x="23951" y="1694936"/>
                    <a:pt x="14602" y="1685587"/>
                  </a:cubicBezTo>
                  <a:cubicBezTo>
                    <a:pt x="5252" y="1676237"/>
                    <a:pt x="0" y="1663557"/>
                    <a:pt x="0" y="1650335"/>
                  </a:cubicBezTo>
                  <a:lnTo>
                    <a:pt x="0" y="49854"/>
                  </a:lnTo>
                  <a:cubicBezTo>
                    <a:pt x="0" y="36632"/>
                    <a:pt x="5252" y="23951"/>
                    <a:pt x="14602" y="14602"/>
                  </a:cubicBezTo>
                  <a:cubicBezTo>
                    <a:pt x="23951" y="5252"/>
                    <a:pt x="36632" y="0"/>
                    <a:pt x="49854" y="0"/>
                  </a:cubicBezTo>
                  <a:close/>
                </a:path>
              </a:pathLst>
            </a:custGeom>
            <a:solidFill>
              <a:srgbClr val="FDFEFE"/>
            </a:solidFill>
          </p:spPr>
          <p:txBody>
            <a:bodyPr/>
            <a:lstStyle/>
            <a:p>
              <a:endParaRPr lang="fr-FR" sz="14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99D1C42-EEAD-8833-957D-10B09CE0DE73}"/>
                </a:ext>
              </a:extLst>
            </p:cNvPr>
            <p:cNvSpPr txBox="1"/>
            <p:nvPr/>
          </p:nvSpPr>
          <p:spPr>
            <a:xfrm>
              <a:off x="0" y="-47625"/>
              <a:ext cx="2167716" cy="1747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2"/>
                </a:lnSpc>
              </a:pPr>
              <a:endParaRPr sz="1400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1180A15B-E635-6D45-6B9F-CB093B1DE396}"/>
              </a:ext>
            </a:extLst>
          </p:cNvPr>
          <p:cNvSpPr txBox="1"/>
          <p:nvPr/>
        </p:nvSpPr>
        <p:spPr>
          <a:xfrm>
            <a:off x="2763505" y="-217016"/>
            <a:ext cx="12760990" cy="794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28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B.	Energie utilisée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125703B-7359-FD15-06D3-65EE91A95272}"/>
              </a:ext>
            </a:extLst>
          </p:cNvPr>
          <p:cNvSpPr txBox="1"/>
          <p:nvPr/>
        </p:nvSpPr>
        <p:spPr>
          <a:xfrm>
            <a:off x="-152399" y="3190857"/>
            <a:ext cx="8966526" cy="4849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26"/>
              </a:lnSpc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puissance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maximale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d’un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capteur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est de : </a:t>
            </a:r>
          </a:p>
          <a:p>
            <a:pPr algn="ctr">
              <a:lnSpc>
                <a:spcPts val="4826"/>
              </a:lnSpc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P = 25.25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μW</a:t>
            </a:r>
            <a:endParaRPr lang="en-US" sz="2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44311" lvl="1" indent="-372155" algn="ctr">
              <a:lnSpc>
                <a:spcPts val="482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une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acquisition de donnée:</a:t>
            </a:r>
          </a:p>
          <a:p>
            <a:pPr algn="ctr">
              <a:lnSpc>
                <a:spcPts val="4826"/>
              </a:lnSpc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T = 10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ms</a:t>
            </a:r>
            <a:endParaRPr lang="en-US" sz="2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4826"/>
              </a:lnSpc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E = 25.25 × 0.01 ≈ 0.2525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μj</a:t>
            </a:r>
            <a:endParaRPr lang="en-US" sz="2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44311" lvl="1" indent="-372155" algn="ctr">
              <a:lnSpc>
                <a:spcPts val="482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5OO acquisitions de donnée:</a:t>
            </a:r>
          </a:p>
          <a:p>
            <a:pPr algn="ctr">
              <a:lnSpc>
                <a:spcPts val="4826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T = 5.161 s</a:t>
            </a:r>
          </a:p>
          <a:p>
            <a:pPr algn="ctr">
              <a:lnSpc>
                <a:spcPts val="4826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 = 25.25 × 5.161 ≈ </a:t>
            </a:r>
            <a:r>
              <a:rPr lang="en-US" sz="2400" b="1" dirty="0">
                <a:solidFill>
                  <a:srgbClr val="00B0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130 </a:t>
            </a:r>
            <a:r>
              <a:rPr lang="en-US" sz="2400" b="1" dirty="0" err="1">
                <a:solidFill>
                  <a:srgbClr val="00B0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μj</a:t>
            </a:r>
            <a:endParaRPr lang="en-US" sz="2400" b="1" dirty="0">
              <a:solidFill>
                <a:srgbClr val="00B05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4A0E18DE-ED52-EBD2-AB77-BAEAE9852982}"/>
              </a:ext>
            </a:extLst>
          </p:cNvPr>
          <p:cNvGrpSpPr/>
          <p:nvPr/>
        </p:nvGrpSpPr>
        <p:grpSpPr>
          <a:xfrm>
            <a:off x="8470906" y="3052334"/>
            <a:ext cx="9817094" cy="5519743"/>
            <a:chOff x="0" y="0"/>
            <a:chExt cx="2585572" cy="145375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FA8F46B-B2E3-C764-BBEA-C41F58BDE6E2}"/>
                </a:ext>
              </a:extLst>
            </p:cNvPr>
            <p:cNvSpPr/>
            <p:nvPr/>
          </p:nvSpPr>
          <p:spPr>
            <a:xfrm>
              <a:off x="0" y="0"/>
              <a:ext cx="2585572" cy="1453759"/>
            </a:xfrm>
            <a:custGeom>
              <a:avLst/>
              <a:gdLst/>
              <a:ahLst/>
              <a:cxnLst/>
              <a:rect l="l" t="t" r="r" b="b"/>
              <a:pathLst>
                <a:path w="2585572" h="1453759">
                  <a:moveTo>
                    <a:pt x="64667" y="0"/>
                  </a:moveTo>
                  <a:lnTo>
                    <a:pt x="2520905" y="0"/>
                  </a:lnTo>
                  <a:cubicBezTo>
                    <a:pt x="2538056" y="0"/>
                    <a:pt x="2554504" y="6813"/>
                    <a:pt x="2566632" y="18940"/>
                  </a:cubicBezTo>
                  <a:cubicBezTo>
                    <a:pt x="2578759" y="31068"/>
                    <a:pt x="2585572" y="47516"/>
                    <a:pt x="2585572" y="64667"/>
                  </a:cubicBezTo>
                  <a:lnTo>
                    <a:pt x="2585572" y="1389093"/>
                  </a:lnTo>
                  <a:cubicBezTo>
                    <a:pt x="2585572" y="1406244"/>
                    <a:pt x="2578759" y="1422692"/>
                    <a:pt x="2566632" y="1434819"/>
                  </a:cubicBezTo>
                  <a:cubicBezTo>
                    <a:pt x="2554504" y="1446946"/>
                    <a:pt x="2538056" y="1453759"/>
                    <a:pt x="2520905" y="1453759"/>
                  </a:cubicBezTo>
                  <a:lnTo>
                    <a:pt x="64667" y="1453759"/>
                  </a:lnTo>
                  <a:cubicBezTo>
                    <a:pt x="47516" y="1453759"/>
                    <a:pt x="31068" y="1446946"/>
                    <a:pt x="18940" y="1434819"/>
                  </a:cubicBezTo>
                  <a:cubicBezTo>
                    <a:pt x="6813" y="1422692"/>
                    <a:pt x="0" y="1406244"/>
                    <a:pt x="0" y="1389093"/>
                  </a:cubicBezTo>
                  <a:lnTo>
                    <a:pt x="0" y="64667"/>
                  </a:lnTo>
                  <a:cubicBezTo>
                    <a:pt x="0" y="47516"/>
                    <a:pt x="6813" y="31068"/>
                    <a:pt x="18940" y="18940"/>
                  </a:cubicBezTo>
                  <a:cubicBezTo>
                    <a:pt x="31068" y="6813"/>
                    <a:pt x="47516" y="0"/>
                    <a:pt x="64667" y="0"/>
                  </a:cubicBezTo>
                  <a:close/>
                </a:path>
              </a:pathLst>
            </a:custGeom>
            <a:solidFill>
              <a:srgbClr val="FDFEFE"/>
            </a:solidFill>
          </p:spPr>
          <p:txBody>
            <a:bodyPr/>
            <a:lstStyle/>
            <a:p>
              <a:endParaRPr lang="fr-FR" sz="140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C75E8D4-2E50-FA89-A154-DCBDE0498403}"/>
                </a:ext>
              </a:extLst>
            </p:cNvPr>
            <p:cNvSpPr txBox="1"/>
            <p:nvPr/>
          </p:nvSpPr>
          <p:spPr>
            <a:xfrm>
              <a:off x="0" y="-47625"/>
              <a:ext cx="2585572" cy="15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2"/>
                </a:lnSpc>
              </a:pPr>
              <a:endParaRPr sz="1400"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EA7D853-C1DE-FEFF-E175-9FC8BE78C9E1}"/>
              </a:ext>
            </a:extLst>
          </p:cNvPr>
          <p:cNvSpPr txBox="1"/>
          <p:nvPr/>
        </p:nvSpPr>
        <p:spPr>
          <a:xfrm>
            <a:off x="9144000" y="3155011"/>
            <a:ext cx="9473873" cy="2435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3271" lvl="1" indent="-381635" algn="l">
              <a:lnSpc>
                <a:spcPts val="494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huit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capteurs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= 8 × 130 ≈ </a:t>
            </a:r>
            <a:r>
              <a:rPr lang="en-US" sz="2400" b="1" dirty="0">
                <a:solidFill>
                  <a:srgbClr val="00B0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1042 </a:t>
            </a:r>
            <a:r>
              <a:rPr lang="en-US" sz="2400" b="1" dirty="0" err="1">
                <a:solidFill>
                  <a:srgbClr val="00B0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μJ</a:t>
            </a:r>
            <a:endParaRPr lang="en-US" sz="2400" b="1" dirty="0">
              <a:solidFill>
                <a:srgbClr val="00B05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763271" lvl="1" indent="-381635" algn="ctr">
              <a:lnSpc>
                <a:spcPts val="494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Une mesure est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effectuée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toutes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les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heures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 = 3600 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9464801-25D1-62CC-FF5A-4B72273AB573}"/>
              </a:ext>
            </a:extLst>
          </p:cNvPr>
          <p:cNvSpPr txBox="1"/>
          <p:nvPr/>
        </p:nvSpPr>
        <p:spPr>
          <a:xfrm>
            <a:off x="4435802" y="1758330"/>
            <a:ext cx="11133406" cy="1091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58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L’énergie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consommée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est donnée par la relation :</a:t>
            </a:r>
          </a:p>
          <a:p>
            <a:pPr algn="ctr">
              <a:lnSpc>
                <a:spcPts val="4538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B0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E(j) = P(w) × t(s)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E24DFAE-9FA6-EDAB-69FB-EB0697D03775}"/>
              </a:ext>
            </a:extLst>
          </p:cNvPr>
          <p:cNvSpPr txBox="1"/>
          <p:nvPr/>
        </p:nvSpPr>
        <p:spPr>
          <a:xfrm>
            <a:off x="11437344" y="6151522"/>
            <a:ext cx="4131863" cy="1348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48"/>
              </a:lnSpc>
              <a:spcBef>
                <a:spcPct val="0"/>
              </a:spcBef>
            </a:pPr>
            <a:r>
              <a:rPr lang="en-US" sz="2800" b="1" dirty="0" err="1">
                <a:solidFill>
                  <a:srgbClr val="00B0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Pmoy</a:t>
            </a:r>
            <a:r>
              <a:rPr lang="en-US" sz="2800" b="1" dirty="0">
                <a:solidFill>
                  <a:srgbClr val="00B0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= E(j)/T(s) </a:t>
            </a:r>
          </a:p>
          <a:p>
            <a:pPr algn="ctr">
              <a:lnSpc>
                <a:spcPts val="5448"/>
              </a:lnSpc>
              <a:spcBef>
                <a:spcPct val="0"/>
              </a:spcBef>
            </a:pPr>
            <a:r>
              <a:rPr lang="en-US" sz="2800" b="1" dirty="0" err="1">
                <a:solidFill>
                  <a:srgbClr val="00B0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Pmoy</a:t>
            </a:r>
            <a:r>
              <a:rPr lang="en-US" sz="2800" b="1" dirty="0">
                <a:solidFill>
                  <a:srgbClr val="00B0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≈ 0.290 </a:t>
            </a:r>
            <a:r>
              <a:rPr lang="en-US" sz="2800" b="1" dirty="0" err="1">
                <a:solidFill>
                  <a:srgbClr val="00B0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μW</a:t>
            </a:r>
            <a:endParaRPr lang="en-US" sz="2800" b="1" dirty="0">
              <a:solidFill>
                <a:srgbClr val="00B05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3139672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B5E67-4CBC-73E5-3891-E491D46E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4730994-6D74-A96A-8694-5D0AF6D49B06}"/>
              </a:ext>
            </a:extLst>
          </p:cNvPr>
          <p:cNvSpPr/>
          <p:nvPr/>
        </p:nvSpPr>
        <p:spPr>
          <a:xfrm>
            <a:off x="1416095" y="1063916"/>
            <a:ext cx="7727905" cy="5763688"/>
          </a:xfrm>
          <a:custGeom>
            <a:avLst/>
            <a:gdLst/>
            <a:ahLst/>
            <a:cxnLst/>
            <a:rect l="l" t="t" r="r" b="b"/>
            <a:pathLst>
              <a:path w="7727905" h="5763688">
                <a:moveTo>
                  <a:pt x="0" y="0"/>
                </a:moveTo>
                <a:lnTo>
                  <a:pt x="7727905" y="0"/>
                </a:lnTo>
                <a:lnTo>
                  <a:pt x="7727905" y="5763687"/>
                </a:lnTo>
                <a:lnTo>
                  <a:pt x="0" y="5763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E6A8A31-8E9A-85A4-4846-DEEE617F5780}"/>
              </a:ext>
            </a:extLst>
          </p:cNvPr>
          <p:cNvGrpSpPr/>
          <p:nvPr/>
        </p:nvGrpSpPr>
        <p:grpSpPr>
          <a:xfrm>
            <a:off x="4471205" y="7054029"/>
            <a:ext cx="10221808" cy="2558251"/>
            <a:chOff x="0" y="-38100"/>
            <a:chExt cx="13629078" cy="341100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753DB73-9ECD-1A1D-B0CD-3CAA7C6E7FA6}"/>
                </a:ext>
              </a:extLst>
            </p:cNvPr>
            <p:cNvSpPr/>
            <p:nvPr/>
          </p:nvSpPr>
          <p:spPr>
            <a:xfrm>
              <a:off x="3281845" y="1478822"/>
              <a:ext cx="4666659" cy="1465702"/>
            </a:xfrm>
            <a:custGeom>
              <a:avLst/>
              <a:gdLst/>
              <a:ahLst/>
              <a:cxnLst/>
              <a:rect l="l" t="t" r="r" b="b"/>
              <a:pathLst>
                <a:path w="4666659" h="1465702">
                  <a:moveTo>
                    <a:pt x="0" y="0"/>
                  </a:moveTo>
                  <a:lnTo>
                    <a:pt x="4666659" y="0"/>
                  </a:lnTo>
                  <a:lnTo>
                    <a:pt x="4666659" y="1465702"/>
                  </a:lnTo>
                  <a:lnTo>
                    <a:pt x="0" y="1465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2FDA0A2-8740-26E1-D425-D4182CA6F1EE}"/>
                </a:ext>
              </a:extLst>
            </p:cNvPr>
            <p:cNvSpPr txBox="1"/>
            <p:nvPr/>
          </p:nvSpPr>
          <p:spPr>
            <a:xfrm>
              <a:off x="2943939" y="518908"/>
              <a:ext cx="5004566" cy="7904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06"/>
                </a:lnSpc>
                <a:spcBef>
                  <a:spcPct val="0"/>
                </a:spcBef>
              </a:pPr>
              <a:r>
                <a:rPr lang="en-US" sz="2800" dirty="0">
                  <a:solidFill>
                    <a:srgbClr val="E7191F"/>
                  </a:solidFill>
                  <a:latin typeface="Open Sans"/>
                  <a:ea typeface="Open Sans"/>
                  <a:cs typeface="Open Sans"/>
                  <a:sym typeface="Open Sans"/>
                </a:rPr>
                <a:t>1710j</a:t>
              </a:r>
              <a:r>
                <a:rPr lang="en-US" sz="2800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&gt;&gt;&gt;</a:t>
              </a:r>
              <a:r>
                <a:rPr lang="en-US" sz="2800" dirty="0">
                  <a:solidFill>
                    <a:srgbClr val="26C867"/>
                  </a:solidFill>
                  <a:latin typeface="Open Sans"/>
                  <a:ea typeface="Open Sans"/>
                  <a:cs typeface="Open Sans"/>
                  <a:sym typeface="Open Sans"/>
                </a:rPr>
                <a:t>1042 </a:t>
              </a:r>
              <a:r>
                <a:rPr lang="en-US" sz="2800" dirty="0" err="1">
                  <a:solidFill>
                    <a:srgbClr val="26C867"/>
                  </a:solidFill>
                  <a:latin typeface="Open Sans"/>
                  <a:ea typeface="Open Sans"/>
                  <a:cs typeface="Open Sans"/>
                  <a:sym typeface="Open Sans"/>
                </a:rPr>
                <a:t>μJ</a:t>
              </a:r>
              <a:endParaRPr lang="en-US" sz="2800" dirty="0">
                <a:solidFill>
                  <a:srgbClr val="26C867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73A5DE5-1FD7-77D4-20B8-63B87AE03A70}"/>
                </a:ext>
              </a:extLst>
            </p:cNvPr>
            <p:cNvSpPr txBox="1"/>
            <p:nvPr/>
          </p:nvSpPr>
          <p:spPr>
            <a:xfrm>
              <a:off x="0" y="-38100"/>
              <a:ext cx="13629078" cy="5148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72"/>
                </a:lnSpc>
                <a:spcBef>
                  <a:spcPct val="0"/>
                </a:spcBef>
              </a:pPr>
              <a:r>
                <a:rPr lang="en-US" sz="2123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La </a:t>
              </a:r>
              <a:r>
                <a:rPr lang="en-US" sz="2123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consommation</a:t>
              </a:r>
              <a:r>
                <a:rPr lang="en-US" sz="2123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 de la carte est </a:t>
              </a:r>
              <a:r>
                <a:rPr lang="en-US" sz="2123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nettement</a:t>
              </a:r>
              <a:r>
                <a:rPr lang="en-US" sz="2123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 supérieure à </a:t>
              </a:r>
              <a:r>
                <a:rPr lang="en-US" sz="2123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celle</a:t>
              </a:r>
              <a:r>
                <a:rPr lang="en-US" sz="2123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 utilisée par les </a:t>
              </a:r>
              <a:r>
                <a:rPr lang="en-US" sz="2123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capteurs</a:t>
              </a:r>
              <a:r>
                <a:rPr lang="en-US" sz="2123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.</a:t>
              </a:r>
            </a:p>
            <a:p>
              <a:pPr algn="ctr">
                <a:lnSpc>
                  <a:spcPts val="65"/>
                </a:lnSpc>
                <a:spcBef>
                  <a:spcPct val="0"/>
                </a:spcBef>
              </a:pPr>
              <a:endParaRPr lang="en-US" sz="2123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EE45007-02F1-F880-3854-3C5D710FEBBC}"/>
                </a:ext>
              </a:extLst>
            </p:cNvPr>
            <p:cNvSpPr txBox="1"/>
            <p:nvPr/>
          </p:nvSpPr>
          <p:spPr>
            <a:xfrm>
              <a:off x="913519" y="2906424"/>
              <a:ext cx="10120835" cy="4664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63"/>
                </a:lnSpc>
                <a:spcBef>
                  <a:spcPct val="0"/>
                </a:spcBef>
              </a:pPr>
              <a:r>
                <a:rPr lang="en-US" sz="2116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1710 J est environ 1,64 million de </a:t>
              </a:r>
              <a:r>
                <a:rPr lang="en-US" sz="2116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fois</a:t>
              </a:r>
              <a:r>
                <a:rPr lang="en-US" sz="2116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plus grand </a:t>
              </a:r>
              <a:r>
                <a:rPr lang="en-US" sz="2116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que</a:t>
              </a:r>
              <a:r>
                <a:rPr lang="en-US" sz="2116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1042 µJ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1B8B9114-EF84-780C-3EB6-7982C8C76F90}"/>
              </a:ext>
            </a:extLst>
          </p:cNvPr>
          <p:cNvSpPr/>
          <p:nvPr/>
        </p:nvSpPr>
        <p:spPr>
          <a:xfrm>
            <a:off x="10481127" y="-350333"/>
            <a:ext cx="5970671" cy="5970671"/>
          </a:xfrm>
          <a:custGeom>
            <a:avLst/>
            <a:gdLst/>
            <a:ahLst/>
            <a:cxnLst/>
            <a:rect l="l" t="t" r="r" b="b"/>
            <a:pathLst>
              <a:path w="5970671" h="5970671">
                <a:moveTo>
                  <a:pt x="0" y="0"/>
                </a:moveTo>
                <a:lnTo>
                  <a:pt x="5970670" y="0"/>
                </a:lnTo>
                <a:lnTo>
                  <a:pt x="5970670" y="5970670"/>
                </a:lnTo>
                <a:lnTo>
                  <a:pt x="0" y="59706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728B6D3-99B1-D129-FC18-CF841896B9EC}"/>
              </a:ext>
            </a:extLst>
          </p:cNvPr>
          <p:cNvSpPr txBox="1"/>
          <p:nvPr/>
        </p:nvSpPr>
        <p:spPr>
          <a:xfrm>
            <a:off x="4045928" y="226351"/>
            <a:ext cx="10196145" cy="554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C.	Bilan </a:t>
            </a:r>
            <a:r>
              <a:rPr lang="en-US" sz="28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Energétique</a:t>
            </a:r>
            <a:r>
              <a:rPr lang="en-US" sz="28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la carte </a:t>
            </a:r>
            <a:r>
              <a:rPr lang="en-US" sz="28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Méga</a:t>
            </a:r>
            <a:r>
              <a:rPr lang="en-US" sz="28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2560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A718DC6-E2DD-F58A-5EED-C1564CECF673}"/>
              </a:ext>
            </a:extLst>
          </p:cNvPr>
          <p:cNvSpPr txBox="1"/>
          <p:nvPr/>
        </p:nvSpPr>
        <p:spPr>
          <a:xfrm>
            <a:off x="11134821" y="5056588"/>
            <a:ext cx="4663281" cy="1771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 = 3600 s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 = 0.095 *5V = 0,475W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 = 0,475× 3600 ≈ </a:t>
            </a:r>
            <a:r>
              <a:rPr lang="en-US" sz="3399" dirty="0">
                <a:solidFill>
                  <a:srgbClr val="E7191F"/>
                </a:solidFill>
                <a:latin typeface="Lora"/>
                <a:ea typeface="Lora"/>
                <a:cs typeface="Lora"/>
                <a:sym typeface="Lora"/>
              </a:rPr>
              <a:t>1710</a:t>
            </a:r>
            <a:r>
              <a:rPr lang="en-US" sz="3399" dirty="0">
                <a:solidFill>
                  <a:srgbClr val="F3110E"/>
                </a:solidFill>
                <a:latin typeface="Lora"/>
                <a:ea typeface="Lora"/>
                <a:cs typeface="Lora"/>
                <a:sym typeface="Lora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265771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B2746BA-CCDE-0932-C098-D05F1290E9CC}"/>
              </a:ext>
            </a:extLst>
          </p:cNvPr>
          <p:cNvSpPr txBox="1"/>
          <p:nvPr/>
        </p:nvSpPr>
        <p:spPr>
          <a:xfrm>
            <a:off x="4953000" y="3848100"/>
            <a:ext cx="10972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600" dirty="0"/>
              <a:t>A SUIVRE!!!!</a:t>
            </a:r>
            <a:br>
              <a:rPr lang="fr-FR" sz="9600" dirty="0"/>
            </a:br>
            <a:r>
              <a:rPr lang="fr-FR" sz="9600" dirty="0"/>
              <a:t>S’arrêter sur ce slide </a:t>
            </a:r>
            <a:br>
              <a:rPr lang="fr-FR" sz="9600" dirty="0"/>
            </a:br>
            <a:endParaRPr lang="fr-FR" sz="9600" dirty="0"/>
          </a:p>
        </p:txBody>
      </p:sp>
    </p:spTree>
    <p:extLst>
      <p:ext uri="{BB962C8B-B14F-4D97-AF65-F5344CB8AC3E}">
        <p14:creationId xmlns:p14="http://schemas.microsoft.com/office/powerpoint/2010/main" val="2412392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0253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0974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" y="-8141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TextBox 5"/>
          <p:cNvSpPr txBox="1"/>
          <p:nvPr/>
        </p:nvSpPr>
        <p:spPr>
          <a:xfrm>
            <a:off x="1066800" y="1164869"/>
            <a:ext cx="15697200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fr-FR" sz="96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Validation de la carte de mesure et du code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B2DE3FB8-AC73-980F-30BB-9D12C967A71C}"/>
              </a:ext>
            </a:extLst>
          </p:cNvPr>
          <p:cNvSpPr txBox="1"/>
          <p:nvPr/>
        </p:nvSpPr>
        <p:spPr>
          <a:xfrm>
            <a:off x="304800" y="4119524"/>
            <a:ext cx="7315200" cy="9425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97"/>
              </a:lnSpc>
            </a:pPr>
            <a:r>
              <a:rPr lang="fr-FR" sz="2712" dirty="0">
                <a:solidFill>
                  <a:srgbClr val="FF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Tu as nettoyé le code et implémenté sur une nouvelle carte</a:t>
            </a: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EB853F34-AFEF-A201-683D-9FFD9E780216}"/>
              </a:ext>
            </a:extLst>
          </p:cNvPr>
          <p:cNvSpPr/>
          <p:nvPr/>
        </p:nvSpPr>
        <p:spPr>
          <a:xfrm>
            <a:off x="1353732" y="1009649"/>
            <a:ext cx="1379087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2E6301E9-3560-38E7-A659-FBB13CFCE09F}"/>
              </a:ext>
            </a:extLst>
          </p:cNvPr>
          <p:cNvSpPr/>
          <p:nvPr/>
        </p:nvSpPr>
        <p:spPr>
          <a:xfrm>
            <a:off x="1353732" y="9277349"/>
            <a:ext cx="1379087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2F34902E-4CFD-7BB0-3685-7BCE02A811E5}"/>
              </a:ext>
            </a:extLst>
          </p:cNvPr>
          <p:cNvGrpSpPr/>
          <p:nvPr/>
        </p:nvGrpSpPr>
        <p:grpSpPr>
          <a:xfrm>
            <a:off x="847658" y="4891008"/>
            <a:ext cx="9737791" cy="2769731"/>
            <a:chOff x="0" y="0"/>
            <a:chExt cx="17217644" cy="6029776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AC1E232-110B-9739-BD1E-0713A7006E64}"/>
                </a:ext>
              </a:extLst>
            </p:cNvPr>
            <p:cNvSpPr/>
            <p:nvPr/>
          </p:nvSpPr>
          <p:spPr>
            <a:xfrm>
              <a:off x="4873832" y="0"/>
              <a:ext cx="12343812" cy="6029776"/>
            </a:xfrm>
            <a:custGeom>
              <a:avLst/>
              <a:gdLst/>
              <a:ahLst/>
              <a:cxnLst/>
              <a:rect l="l" t="t" r="r" b="b"/>
              <a:pathLst>
                <a:path w="12343812" h="6029776">
                  <a:moveTo>
                    <a:pt x="0" y="0"/>
                  </a:moveTo>
                  <a:lnTo>
                    <a:pt x="12343812" y="0"/>
                  </a:lnTo>
                  <a:lnTo>
                    <a:pt x="12343812" y="6029776"/>
                  </a:lnTo>
                  <a:lnTo>
                    <a:pt x="0" y="602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AutoShape 7">
              <a:extLst>
                <a:ext uri="{FF2B5EF4-FFF2-40B4-BE49-F238E27FC236}">
                  <a16:creationId xmlns:a16="http://schemas.microsoft.com/office/drawing/2014/main" id="{13231DF9-3A27-99CD-7FDF-CF7C446A4F71}"/>
                </a:ext>
              </a:extLst>
            </p:cNvPr>
            <p:cNvSpPr/>
            <p:nvPr/>
          </p:nvSpPr>
          <p:spPr>
            <a:xfrm>
              <a:off x="3111726" y="4288956"/>
              <a:ext cx="3532373" cy="779731"/>
            </a:xfrm>
            <a:prstGeom prst="line">
              <a:avLst/>
            </a:prstGeom>
            <a:ln w="50800" cap="flat">
              <a:solidFill>
                <a:srgbClr val="0EAEF3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AutoShape 8">
              <a:extLst>
                <a:ext uri="{FF2B5EF4-FFF2-40B4-BE49-F238E27FC236}">
                  <a16:creationId xmlns:a16="http://schemas.microsoft.com/office/drawing/2014/main" id="{51C090CB-80D3-0D8F-07DC-8709A90AE8B8}"/>
                </a:ext>
              </a:extLst>
            </p:cNvPr>
            <p:cNvSpPr/>
            <p:nvPr/>
          </p:nvSpPr>
          <p:spPr>
            <a:xfrm flipV="1">
              <a:off x="3036451" y="1707402"/>
              <a:ext cx="4562732" cy="2422736"/>
            </a:xfrm>
            <a:prstGeom prst="line">
              <a:avLst/>
            </a:prstGeom>
            <a:ln w="50800" cap="flat">
              <a:solidFill>
                <a:srgbClr val="0EAEF3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6EA6E89D-E953-40B4-F849-C1C736339930}"/>
                </a:ext>
              </a:extLst>
            </p:cNvPr>
            <p:cNvSpPr txBox="1"/>
            <p:nvPr/>
          </p:nvSpPr>
          <p:spPr>
            <a:xfrm>
              <a:off x="0" y="3979951"/>
              <a:ext cx="2943622" cy="364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Parasites de mesures </a:t>
              </a:r>
            </a:p>
          </p:txBody>
        </p:sp>
      </p:grpSp>
      <p:sp>
        <p:nvSpPr>
          <p:cNvPr id="13" name="TextBox 10">
            <a:extLst>
              <a:ext uri="{FF2B5EF4-FFF2-40B4-BE49-F238E27FC236}">
                <a16:creationId xmlns:a16="http://schemas.microsoft.com/office/drawing/2014/main" id="{94BFEDBA-0CBC-FB64-D994-194199835C94}"/>
              </a:ext>
            </a:extLst>
          </p:cNvPr>
          <p:cNvSpPr txBox="1"/>
          <p:nvPr/>
        </p:nvSpPr>
        <p:spPr>
          <a:xfrm>
            <a:off x="11582044" y="4082825"/>
            <a:ext cx="4914360" cy="2119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Bruit </a:t>
            </a:r>
            <a:r>
              <a:rPr lang="en-US" sz="300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électronique</a:t>
            </a:r>
            <a:r>
              <a:rPr lang="en-US" sz="300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: </a:t>
            </a:r>
          </a:p>
          <a:p>
            <a:pPr algn="ctr">
              <a:lnSpc>
                <a:spcPts val="4200"/>
              </a:lnSpc>
            </a:pPr>
            <a:r>
              <a:rPr lang="en-US" sz="300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Mesure </a:t>
            </a:r>
            <a:r>
              <a:rPr lang="en-US" sz="300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résistance</a:t>
            </a:r>
            <a:r>
              <a:rPr lang="en-US" sz="300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fixe 475Kohm +/- 5%  </a:t>
            </a:r>
            <a:r>
              <a:rPr lang="en-US" sz="300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en</a:t>
            </a:r>
            <a:r>
              <a:rPr lang="en-US" sz="300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00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fonction</a:t>
            </a:r>
            <a:r>
              <a:rPr lang="en-US" sz="300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du temps  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15F0C89E-7631-3224-5DD3-0DDE658E11A2}"/>
              </a:ext>
            </a:extLst>
          </p:cNvPr>
          <p:cNvSpPr txBox="1"/>
          <p:nvPr/>
        </p:nvSpPr>
        <p:spPr>
          <a:xfrm>
            <a:off x="3665138" y="8016745"/>
            <a:ext cx="12032062" cy="1189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Traduir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delta ADC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Faire mesure sur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d’autre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avaleur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resistances</a:t>
            </a:r>
          </a:p>
        </p:txBody>
      </p:sp>
      <p:grpSp>
        <p:nvGrpSpPr>
          <p:cNvPr id="15" name="Group 13">
            <a:extLst>
              <a:ext uri="{FF2B5EF4-FFF2-40B4-BE49-F238E27FC236}">
                <a16:creationId xmlns:a16="http://schemas.microsoft.com/office/drawing/2014/main" id="{B32CEDCF-0908-D1A6-211A-BA478FC4D170}"/>
              </a:ext>
            </a:extLst>
          </p:cNvPr>
          <p:cNvGrpSpPr/>
          <p:nvPr/>
        </p:nvGrpSpPr>
        <p:grpSpPr>
          <a:xfrm>
            <a:off x="11808418" y="6562358"/>
            <a:ext cx="5750858" cy="1007592"/>
            <a:chOff x="0" y="0"/>
            <a:chExt cx="7190828" cy="2193555"/>
          </a:xfrm>
        </p:grpSpPr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52384FB0-492C-98DC-01C5-9E3790C4EFF7}"/>
                </a:ext>
              </a:extLst>
            </p:cNvPr>
            <p:cNvSpPr/>
            <p:nvPr/>
          </p:nvSpPr>
          <p:spPr>
            <a:xfrm>
              <a:off x="425937" y="617810"/>
              <a:ext cx="4147652" cy="1575746"/>
            </a:xfrm>
            <a:custGeom>
              <a:avLst/>
              <a:gdLst/>
              <a:ahLst/>
              <a:cxnLst/>
              <a:rect l="l" t="t" r="r" b="b"/>
              <a:pathLst>
                <a:path w="4147652" h="1575746">
                  <a:moveTo>
                    <a:pt x="0" y="0"/>
                  </a:moveTo>
                  <a:lnTo>
                    <a:pt x="4147652" y="0"/>
                  </a:lnTo>
                  <a:lnTo>
                    <a:pt x="4147652" y="1575745"/>
                  </a:lnTo>
                  <a:lnTo>
                    <a:pt x="0" y="1575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5">
              <a:extLst>
                <a:ext uri="{FF2B5EF4-FFF2-40B4-BE49-F238E27FC236}">
                  <a16:creationId xmlns:a16="http://schemas.microsoft.com/office/drawing/2014/main" id="{B6D76B90-00A4-C656-BC6C-5334981FB76C}"/>
                </a:ext>
              </a:extLst>
            </p:cNvPr>
            <p:cNvSpPr txBox="1"/>
            <p:nvPr/>
          </p:nvSpPr>
          <p:spPr>
            <a:xfrm>
              <a:off x="4573589" y="1000062"/>
              <a:ext cx="2617239" cy="7410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70"/>
                </a:lnSpc>
                <a:spcBef>
                  <a:spcPct val="0"/>
                </a:spcBef>
              </a:pPr>
              <a:r>
                <a:rPr lang="en-US" sz="3336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≈</a:t>
              </a:r>
              <a:r>
                <a:rPr lang="en-US" sz="3336" b="1" dirty="0">
                  <a:solidFill>
                    <a:srgbClr val="F3110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0,42 %</a:t>
              </a:r>
            </a:p>
          </p:txBody>
        </p:sp>
        <p:sp>
          <p:nvSpPr>
            <p:cNvPr id="19" name="TextBox 16">
              <a:extLst>
                <a:ext uri="{FF2B5EF4-FFF2-40B4-BE49-F238E27FC236}">
                  <a16:creationId xmlns:a16="http://schemas.microsoft.com/office/drawing/2014/main" id="{A602289A-1B88-5639-0FBF-21FCE06939F1}"/>
                </a:ext>
              </a:extLst>
            </p:cNvPr>
            <p:cNvSpPr txBox="1"/>
            <p:nvPr/>
          </p:nvSpPr>
          <p:spPr>
            <a:xfrm>
              <a:off x="0" y="-57150"/>
              <a:ext cx="5668174" cy="637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47"/>
                </a:lnSpc>
                <a:spcBef>
                  <a:spcPct val="0"/>
                </a:spcBef>
              </a:pPr>
              <a:r>
                <a:rPr lang="en-US" sz="2891" b="1" dirty="0">
                  <a:solidFill>
                    <a:srgbClr val="F3110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Taux d'erreur Max: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47528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2286000" y="1231352"/>
            <a:ext cx="13106400" cy="3199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fr-FR" sz="92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SONDE RESISTIVE WAOU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2EADBED4-FBF5-EE82-048F-C1FEB091B0E8}"/>
              </a:ext>
            </a:extLst>
          </p:cNvPr>
          <p:cNvSpPr/>
          <p:nvPr/>
        </p:nvSpPr>
        <p:spPr>
          <a:xfrm>
            <a:off x="397289" y="2639832"/>
            <a:ext cx="6096000" cy="3912148"/>
          </a:xfrm>
          <a:custGeom>
            <a:avLst/>
            <a:gdLst/>
            <a:ahLst/>
            <a:cxnLst/>
            <a:rect l="l" t="t" r="r" b="b"/>
            <a:pathLst>
              <a:path w="6928471" h="4174404">
                <a:moveTo>
                  <a:pt x="0" y="0"/>
                </a:moveTo>
                <a:lnTo>
                  <a:pt x="6928471" y="0"/>
                </a:lnTo>
                <a:lnTo>
                  <a:pt x="6928471" y="4174404"/>
                </a:lnTo>
                <a:lnTo>
                  <a:pt x="0" y="4174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5254ABFD-6225-9E90-C9AE-044D9999B46C}"/>
              </a:ext>
            </a:extLst>
          </p:cNvPr>
          <p:cNvGrpSpPr/>
          <p:nvPr/>
        </p:nvGrpSpPr>
        <p:grpSpPr>
          <a:xfrm>
            <a:off x="10016478" y="2789293"/>
            <a:ext cx="6753724" cy="6792254"/>
            <a:chOff x="0" y="0"/>
            <a:chExt cx="11193812" cy="11780993"/>
          </a:xfrm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8412401E-2EBB-F3F0-C9C9-D6CC9D7982CB}"/>
                </a:ext>
              </a:extLst>
            </p:cNvPr>
            <p:cNvSpPr/>
            <p:nvPr/>
          </p:nvSpPr>
          <p:spPr>
            <a:xfrm>
              <a:off x="2996185" y="0"/>
              <a:ext cx="5201441" cy="6781626"/>
            </a:xfrm>
            <a:custGeom>
              <a:avLst/>
              <a:gdLst/>
              <a:ahLst/>
              <a:cxnLst/>
              <a:rect l="l" t="t" r="r" b="b"/>
              <a:pathLst>
                <a:path w="5201441" h="6781626">
                  <a:moveTo>
                    <a:pt x="0" y="0"/>
                  </a:moveTo>
                  <a:lnTo>
                    <a:pt x="5201441" y="0"/>
                  </a:lnTo>
                  <a:lnTo>
                    <a:pt x="5201441" y="6781626"/>
                  </a:lnTo>
                  <a:lnTo>
                    <a:pt x="0" y="6781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9090B6C1-69C4-45AA-5796-0B95616BFF5A}"/>
                </a:ext>
              </a:extLst>
            </p:cNvPr>
            <p:cNvSpPr txBox="1"/>
            <p:nvPr/>
          </p:nvSpPr>
          <p:spPr>
            <a:xfrm>
              <a:off x="4035334" y="10991814"/>
              <a:ext cx="3232837" cy="7891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786"/>
                </a:lnSpc>
                <a:spcBef>
                  <a:spcPct val="0"/>
                </a:spcBef>
              </a:pPr>
              <a:endParaRPr lang="en-US" sz="2704" dirty="0">
                <a:solidFill>
                  <a:srgbClr val="730EF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A1D44E93-CB75-DB86-7259-1D8540FFCEDC}"/>
                </a:ext>
              </a:extLst>
            </p:cNvPr>
            <p:cNvSpPr txBox="1"/>
            <p:nvPr/>
          </p:nvSpPr>
          <p:spPr>
            <a:xfrm>
              <a:off x="588984" y="9605346"/>
              <a:ext cx="10125535" cy="20668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38"/>
                </a:lnSpc>
                <a:spcBef>
                  <a:spcPct val="0"/>
                </a:spcBef>
              </a:pPr>
              <a:r>
                <a:rPr lang="en-US" sz="3456" dirty="0">
                  <a:solidFill>
                    <a:srgbClr val="141313"/>
                  </a:solidFill>
                  <a:latin typeface="Open Sans"/>
                  <a:ea typeface="Open Sans"/>
                  <a:cs typeface="Open Sans"/>
                  <a:sym typeface="Open Sans"/>
                </a:rPr>
                <a:t>Avec </a:t>
              </a:r>
              <a:r>
                <a:rPr lang="en-US" sz="3600" dirty="0" err="1">
                  <a:solidFill>
                    <a:srgbClr val="730EF3"/>
                  </a:solidFill>
                  <a:latin typeface="Open Sans"/>
                  <a:ea typeface="Open Sans"/>
                  <a:cs typeface="Open Sans"/>
                  <a:sym typeface="Open Sans"/>
                </a:rPr>
                <a:t>Rmes</a:t>
              </a:r>
              <a:r>
                <a:rPr lang="en-US" sz="3600" dirty="0">
                  <a:solidFill>
                    <a:srgbClr val="730EF3"/>
                  </a:solidFill>
                  <a:latin typeface="Open Sans"/>
                  <a:ea typeface="Open Sans"/>
                  <a:cs typeface="Open Sans"/>
                  <a:sym typeface="Open Sans"/>
                </a:rPr>
                <a:t>​≈99600 Ω</a:t>
              </a:r>
            </a:p>
            <a:p>
              <a:pPr algn="ctr">
                <a:lnSpc>
                  <a:spcPts val="4838"/>
                </a:lnSpc>
                <a:spcBef>
                  <a:spcPct val="0"/>
                </a:spcBef>
              </a:pPr>
              <a:endParaRPr lang="en-US" sz="3456" dirty="0">
                <a:solidFill>
                  <a:srgbClr val="14131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873332B-015E-2705-6C08-81CC1E62608B}"/>
                </a:ext>
              </a:extLst>
            </p:cNvPr>
            <p:cNvSpPr/>
            <p:nvPr/>
          </p:nvSpPr>
          <p:spPr>
            <a:xfrm>
              <a:off x="0" y="7283276"/>
              <a:ext cx="4777916" cy="1301447"/>
            </a:xfrm>
            <a:custGeom>
              <a:avLst/>
              <a:gdLst/>
              <a:ahLst/>
              <a:cxnLst/>
              <a:rect l="l" t="t" r="r" b="b"/>
              <a:pathLst>
                <a:path w="4777916" h="1301447">
                  <a:moveTo>
                    <a:pt x="0" y="0"/>
                  </a:moveTo>
                  <a:lnTo>
                    <a:pt x="4777916" y="0"/>
                  </a:lnTo>
                  <a:lnTo>
                    <a:pt x="4777916" y="1301447"/>
                  </a:lnTo>
                  <a:lnTo>
                    <a:pt x="0" y="1301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FAF28880-5823-E1E5-A1FD-34F84D1AED5E}"/>
                </a:ext>
              </a:extLst>
            </p:cNvPr>
            <p:cNvSpPr/>
            <p:nvPr/>
          </p:nvSpPr>
          <p:spPr>
            <a:xfrm>
              <a:off x="5935807" y="7318313"/>
              <a:ext cx="5258005" cy="1266410"/>
            </a:xfrm>
            <a:custGeom>
              <a:avLst/>
              <a:gdLst/>
              <a:ahLst/>
              <a:cxnLst/>
              <a:rect l="l" t="t" r="r" b="b"/>
              <a:pathLst>
                <a:path w="5258005" h="1266410">
                  <a:moveTo>
                    <a:pt x="0" y="0"/>
                  </a:moveTo>
                  <a:lnTo>
                    <a:pt x="5258005" y="0"/>
                  </a:lnTo>
                  <a:lnTo>
                    <a:pt x="5258005" y="1266410"/>
                  </a:lnTo>
                  <a:lnTo>
                    <a:pt x="0" y="1266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6" name="TextBox 6">
            <a:extLst>
              <a:ext uri="{FF2B5EF4-FFF2-40B4-BE49-F238E27FC236}">
                <a16:creationId xmlns:a16="http://schemas.microsoft.com/office/drawing/2014/main" id="{B2DE3FB8-AC73-980F-30BB-9D12C967A71C}"/>
              </a:ext>
            </a:extLst>
          </p:cNvPr>
          <p:cNvSpPr txBox="1"/>
          <p:nvPr/>
        </p:nvSpPr>
        <p:spPr>
          <a:xfrm>
            <a:off x="7342724" y="4530005"/>
            <a:ext cx="5584007" cy="1429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97"/>
              </a:lnSpc>
            </a:pPr>
            <a:r>
              <a:rPr lang="en-US" sz="2712" dirty="0">
                <a:solidFill>
                  <a:srgbClr val="FF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Schéma </a:t>
            </a:r>
            <a:r>
              <a:rPr lang="en-US" sz="2712" dirty="0" err="1">
                <a:solidFill>
                  <a:srgbClr val="FF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capteur</a:t>
            </a:r>
            <a:r>
              <a:rPr lang="en-US" sz="2712" dirty="0">
                <a:solidFill>
                  <a:srgbClr val="FF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3797"/>
              </a:lnSpc>
            </a:pPr>
            <a:r>
              <a:rPr lang="en-US" sz="2712" dirty="0">
                <a:solidFill>
                  <a:srgbClr val="FF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Parler de la carte</a:t>
            </a:r>
          </a:p>
          <a:p>
            <a:pPr algn="just">
              <a:lnSpc>
                <a:spcPts val="3797"/>
              </a:lnSpc>
            </a:pPr>
            <a:r>
              <a:rPr lang="en-US" sz="2712" dirty="0" err="1">
                <a:solidFill>
                  <a:srgbClr val="FF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Puis</a:t>
            </a:r>
            <a:r>
              <a:rPr lang="en-US" sz="2712" dirty="0">
                <a:solidFill>
                  <a:srgbClr val="FF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 du </a:t>
            </a:r>
            <a:r>
              <a:rPr lang="en-US" sz="2712" dirty="0" err="1">
                <a:solidFill>
                  <a:srgbClr val="FF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principe</a:t>
            </a:r>
            <a:r>
              <a:rPr lang="en-US" sz="2712" dirty="0">
                <a:solidFill>
                  <a:srgbClr val="FF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 de mesure</a:t>
            </a:r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86FB1FCB-907F-FA3B-6DFD-CAF3B6A104EF}"/>
              </a:ext>
            </a:extLst>
          </p:cNvPr>
          <p:cNvSpPr/>
          <p:nvPr/>
        </p:nvSpPr>
        <p:spPr>
          <a:xfrm>
            <a:off x="13271011" y="982876"/>
            <a:ext cx="4672709" cy="3987754"/>
          </a:xfrm>
          <a:custGeom>
            <a:avLst/>
            <a:gdLst/>
            <a:ahLst/>
            <a:cxnLst/>
            <a:rect l="l" t="t" r="r" b="b"/>
            <a:pathLst>
              <a:path w="4672709" h="3987754">
                <a:moveTo>
                  <a:pt x="0" y="0"/>
                </a:moveTo>
                <a:lnTo>
                  <a:pt x="4672709" y="0"/>
                </a:lnTo>
                <a:lnTo>
                  <a:pt x="4672709" y="3987754"/>
                </a:lnTo>
                <a:lnTo>
                  <a:pt x="0" y="39877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82117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62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559038" y="1226315"/>
            <a:ext cx="5636659" cy="2935855"/>
          </a:xfrm>
          <a:custGeom>
            <a:avLst/>
            <a:gdLst/>
            <a:ahLst/>
            <a:cxnLst/>
            <a:rect l="l" t="t" r="r" b="b"/>
            <a:pathLst>
              <a:path w="9257859" h="4522332">
                <a:moveTo>
                  <a:pt x="0" y="0"/>
                </a:moveTo>
                <a:lnTo>
                  <a:pt x="9257859" y="0"/>
                </a:lnTo>
                <a:lnTo>
                  <a:pt x="9257859" y="4522332"/>
                </a:lnTo>
                <a:lnTo>
                  <a:pt x="0" y="4522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9534333" y="1598949"/>
            <a:ext cx="6865501" cy="3711350"/>
          </a:xfrm>
          <a:custGeom>
            <a:avLst/>
            <a:gdLst/>
            <a:ahLst/>
            <a:cxnLst/>
            <a:rect l="l" t="t" r="r" b="b"/>
            <a:pathLst>
              <a:path w="9543809" h="4662014">
                <a:moveTo>
                  <a:pt x="0" y="0"/>
                </a:moveTo>
                <a:lnTo>
                  <a:pt x="9543810" y="0"/>
                </a:lnTo>
                <a:lnTo>
                  <a:pt x="9543810" y="4662014"/>
                </a:lnTo>
                <a:lnTo>
                  <a:pt x="0" y="4662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>
            <a:off x="2806803" y="4245417"/>
            <a:ext cx="2344608" cy="622793"/>
          </a:xfrm>
          <a:prstGeom prst="line">
            <a:avLst/>
          </a:prstGeom>
          <a:ln w="38100" cap="flat">
            <a:solidFill>
              <a:srgbClr val="0EAEF3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7" name="AutoShape 7"/>
          <p:cNvSpPr/>
          <p:nvPr/>
        </p:nvSpPr>
        <p:spPr>
          <a:xfrm flipV="1">
            <a:off x="2750347" y="2309252"/>
            <a:ext cx="3422049" cy="1817052"/>
          </a:xfrm>
          <a:prstGeom prst="line">
            <a:avLst/>
          </a:prstGeom>
          <a:ln w="38100" cap="flat">
            <a:solidFill>
              <a:srgbClr val="0EAEF3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8" name="AutoShape 8"/>
          <p:cNvSpPr/>
          <p:nvPr/>
        </p:nvSpPr>
        <p:spPr>
          <a:xfrm flipH="1" flipV="1">
            <a:off x="12460406" y="3339310"/>
            <a:ext cx="2068440" cy="1243786"/>
          </a:xfrm>
          <a:prstGeom prst="line">
            <a:avLst/>
          </a:prstGeom>
          <a:ln w="38100" cap="flat">
            <a:solidFill>
              <a:srgbClr val="F3110E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grpSp>
        <p:nvGrpSpPr>
          <p:cNvPr id="9" name="Group 9"/>
          <p:cNvGrpSpPr/>
          <p:nvPr/>
        </p:nvGrpSpPr>
        <p:grpSpPr>
          <a:xfrm>
            <a:off x="0" y="6530365"/>
            <a:ext cx="8309236" cy="2281037"/>
            <a:chOff x="0" y="0"/>
            <a:chExt cx="11078981" cy="3041383"/>
          </a:xfrm>
        </p:grpSpPr>
        <p:sp>
          <p:nvSpPr>
            <p:cNvPr id="10" name="Freeform 10"/>
            <p:cNvSpPr/>
            <p:nvPr/>
          </p:nvSpPr>
          <p:spPr>
            <a:xfrm>
              <a:off x="1478272" y="2360580"/>
              <a:ext cx="9600709" cy="680803"/>
            </a:xfrm>
            <a:custGeom>
              <a:avLst/>
              <a:gdLst/>
              <a:ahLst/>
              <a:cxnLst/>
              <a:rect l="l" t="t" r="r" b="b"/>
              <a:pathLst>
                <a:path w="9600709" h="680803">
                  <a:moveTo>
                    <a:pt x="0" y="0"/>
                  </a:moveTo>
                  <a:lnTo>
                    <a:pt x="9600709" y="0"/>
                  </a:lnTo>
                  <a:lnTo>
                    <a:pt x="9600709" y="680803"/>
                  </a:lnTo>
                  <a:lnTo>
                    <a:pt x="0" y="680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853847"/>
              <a:ext cx="7286736" cy="498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3066" lvl="1" indent="-241533" algn="l">
                <a:lnSpc>
                  <a:spcPts val="3132"/>
                </a:lnSpc>
                <a:buFont typeface="Arial"/>
                <a:buChar char="•"/>
              </a:pPr>
              <a:r>
                <a:rPr lang="en-US" sz="2237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Filtre</a:t>
              </a:r>
              <a:r>
                <a:rPr lang="en-US" sz="2237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 EMA (Exponential Moving Average)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850900"/>
              <a:ext cx="3426594" cy="4743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68858" lvl="1" indent="-234429" algn="l">
                <a:lnSpc>
                  <a:spcPts val="3040"/>
                </a:lnSpc>
                <a:buFont typeface="Arial"/>
                <a:buChar char="•"/>
              </a:pPr>
              <a:r>
                <a:rPr lang="en-US" sz="2171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un </a:t>
              </a:r>
              <a:r>
                <a:rPr lang="en-US" sz="2171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Filtre</a:t>
              </a:r>
              <a:r>
                <a:rPr lang="en-US" sz="2171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2171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médian</a:t>
              </a:r>
              <a:endParaRPr lang="en-US" sz="217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13297" y="1340368"/>
              <a:ext cx="6086297" cy="498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2"/>
                </a:lnSpc>
              </a:pPr>
              <a:r>
                <a:rPr lang="en-US" sz="223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Pour supprimer les pics aberrants.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0948" y="-76200"/>
              <a:ext cx="6818645" cy="8365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20"/>
                </a:lnSpc>
              </a:pPr>
              <a:r>
                <a:rPr lang="en-US" sz="3800" b="1" i="1" u="sng" dirty="0">
                  <a:solidFill>
                    <a:srgbClr val="26C867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Technique utilisée: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73009" y="4006519"/>
            <a:ext cx="2207716" cy="28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Parasites de mesures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44944" y="5864250"/>
            <a:ext cx="7815461" cy="118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1" dirty="0">
                <a:solidFill>
                  <a:srgbClr val="00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Quelle Valeur </a:t>
            </a:r>
            <a:r>
              <a:rPr lang="en-US" sz="3399" i="1" dirty="0" err="1">
                <a:solidFill>
                  <a:srgbClr val="00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tu</a:t>
            </a:r>
            <a:r>
              <a:rPr lang="en-US" sz="3399" i="1" dirty="0">
                <a:solidFill>
                  <a:srgbClr val="00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399" i="1" dirty="0" err="1">
                <a:solidFill>
                  <a:srgbClr val="00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lis</a:t>
            </a:r>
            <a:endParaRPr lang="en-US" sz="3399" i="1" dirty="0">
              <a:solidFill>
                <a:srgbClr val="000000"/>
              </a:solidFill>
              <a:highlight>
                <a:srgbClr val="FFFF00"/>
              </a:highlight>
              <a:latin typeface="Open Sans Italics"/>
              <a:ea typeface="Open Sans Italics"/>
              <a:cs typeface="Open Sans Italics"/>
              <a:sym typeface="Open Sans Italics"/>
            </a:endParaRPr>
          </a:p>
          <a:p>
            <a:pPr algn="ctr">
              <a:lnSpc>
                <a:spcPts val="4759"/>
              </a:lnSpc>
            </a:pPr>
            <a:r>
              <a:rPr lang="en-US" sz="3399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variation de la resistance de mesure Fixe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683810" y="4544995"/>
            <a:ext cx="4371380" cy="32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E7191F"/>
                </a:solidFill>
                <a:latin typeface="Open Sans"/>
                <a:ea typeface="Open Sans"/>
                <a:cs typeface="Open Sans"/>
                <a:sym typeface="Open Sans"/>
              </a:rPr>
              <a:t>Estimation de la valeur de la référence 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386498" y="6387490"/>
            <a:ext cx="6912440" cy="2254726"/>
            <a:chOff x="0" y="-76200"/>
            <a:chExt cx="9216587" cy="3006302"/>
          </a:xfrm>
        </p:grpSpPr>
        <p:sp>
          <p:nvSpPr>
            <p:cNvPr id="19" name="TextBox 19"/>
            <p:cNvSpPr txBox="1"/>
            <p:nvPr/>
          </p:nvSpPr>
          <p:spPr>
            <a:xfrm>
              <a:off x="2687723" y="-76200"/>
              <a:ext cx="3872680" cy="8474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20"/>
                </a:lnSpc>
              </a:pPr>
              <a:r>
                <a:rPr lang="en-US" sz="3800" b="1" u="sng" dirty="0" err="1">
                  <a:solidFill>
                    <a:srgbClr val="26C867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Avantage</a:t>
              </a:r>
              <a:endParaRPr lang="en-US" sz="3800" b="1" u="sng" dirty="0">
                <a:solidFill>
                  <a:srgbClr val="26C867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826770"/>
              <a:ext cx="9216587" cy="2103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6569" lvl="1" indent="-248284" algn="l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Augmente la précision des données</a:t>
              </a:r>
            </a:p>
            <a:p>
              <a:pPr marL="496569" lvl="1" indent="-248284" algn="l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Reduit le nombre de lecture (de 500 à 70 ) </a:t>
              </a:r>
            </a:p>
            <a:p>
              <a:pPr marL="496569" lvl="1" indent="-248284" algn="l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Reduit la consommation énergétique </a:t>
              </a:r>
            </a:p>
            <a:p>
              <a:pPr marL="496569" lvl="1" indent="-248284" algn="l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temps de lecture qui passe de 5,1s à 700ms 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320349" y="8897128"/>
            <a:ext cx="5836007" cy="1252716"/>
            <a:chOff x="0" y="0"/>
            <a:chExt cx="7781342" cy="1670288"/>
          </a:xfrm>
        </p:grpSpPr>
        <p:sp>
          <p:nvSpPr>
            <p:cNvPr id="22" name="Freeform 22"/>
            <p:cNvSpPr/>
            <p:nvPr/>
          </p:nvSpPr>
          <p:spPr>
            <a:xfrm>
              <a:off x="1416523" y="595863"/>
              <a:ext cx="4251651" cy="1074424"/>
            </a:xfrm>
            <a:custGeom>
              <a:avLst/>
              <a:gdLst/>
              <a:ahLst/>
              <a:cxnLst/>
              <a:rect l="l" t="t" r="r" b="b"/>
              <a:pathLst>
                <a:path w="4251651" h="1074424">
                  <a:moveTo>
                    <a:pt x="0" y="0"/>
                  </a:moveTo>
                  <a:lnTo>
                    <a:pt x="4251651" y="0"/>
                  </a:lnTo>
                  <a:lnTo>
                    <a:pt x="4251651" y="1074425"/>
                  </a:lnTo>
                  <a:lnTo>
                    <a:pt x="0" y="1074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5668174" cy="637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47"/>
                </a:lnSpc>
                <a:spcBef>
                  <a:spcPct val="0"/>
                </a:spcBef>
              </a:pPr>
              <a:r>
                <a:rPr lang="en-US" sz="2891" b="1" dirty="0">
                  <a:solidFill>
                    <a:srgbClr val="F3110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Taux d'erreur Max: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08433" y="867223"/>
              <a:ext cx="1972909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E719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0,02105%</a:t>
              </a:r>
            </a:p>
          </p:txBody>
        </p:sp>
      </p:grpSp>
      <p:sp>
        <p:nvSpPr>
          <p:cNvPr id="25" name="TextBox 11">
            <a:extLst>
              <a:ext uri="{FF2B5EF4-FFF2-40B4-BE49-F238E27FC236}">
                <a16:creationId xmlns:a16="http://schemas.microsoft.com/office/drawing/2014/main" id="{1FD3885B-D5AF-3F17-607E-C3657F831A0D}"/>
              </a:ext>
            </a:extLst>
          </p:cNvPr>
          <p:cNvSpPr txBox="1"/>
          <p:nvPr/>
        </p:nvSpPr>
        <p:spPr>
          <a:xfrm>
            <a:off x="2413506" y="742116"/>
            <a:ext cx="12032062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Traitement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du signal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473009" y="1028700"/>
            <a:ext cx="12913233" cy="4522332"/>
            <a:chOff x="0" y="0"/>
            <a:chExt cx="17217644" cy="6029776"/>
          </a:xfrm>
        </p:grpSpPr>
        <p:sp>
          <p:nvSpPr>
            <p:cNvPr id="6" name="Freeform 6"/>
            <p:cNvSpPr/>
            <p:nvPr/>
          </p:nvSpPr>
          <p:spPr>
            <a:xfrm>
              <a:off x="4873832" y="0"/>
              <a:ext cx="12343812" cy="6029776"/>
            </a:xfrm>
            <a:custGeom>
              <a:avLst/>
              <a:gdLst/>
              <a:ahLst/>
              <a:cxnLst/>
              <a:rect l="l" t="t" r="r" b="b"/>
              <a:pathLst>
                <a:path w="12343812" h="6029776">
                  <a:moveTo>
                    <a:pt x="0" y="0"/>
                  </a:moveTo>
                  <a:lnTo>
                    <a:pt x="12343812" y="0"/>
                  </a:lnTo>
                  <a:lnTo>
                    <a:pt x="12343812" y="6029776"/>
                  </a:lnTo>
                  <a:lnTo>
                    <a:pt x="0" y="602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AutoShape 7"/>
            <p:cNvSpPr/>
            <p:nvPr/>
          </p:nvSpPr>
          <p:spPr>
            <a:xfrm>
              <a:off x="3111726" y="4288956"/>
              <a:ext cx="3532373" cy="779731"/>
            </a:xfrm>
            <a:prstGeom prst="line">
              <a:avLst/>
            </a:prstGeom>
            <a:ln w="50800" cap="flat">
              <a:solidFill>
                <a:srgbClr val="0EAEF3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AutoShape 8"/>
            <p:cNvSpPr/>
            <p:nvPr/>
          </p:nvSpPr>
          <p:spPr>
            <a:xfrm flipV="1">
              <a:off x="3036451" y="1707402"/>
              <a:ext cx="4562732" cy="2422736"/>
            </a:xfrm>
            <a:prstGeom prst="line">
              <a:avLst/>
            </a:prstGeom>
            <a:ln w="50800" cap="flat">
              <a:solidFill>
                <a:srgbClr val="0EAEF3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979951"/>
              <a:ext cx="2943622" cy="364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Parasites de mesures 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rot="2305772">
            <a:off x="5079526" y="1975001"/>
            <a:ext cx="3709922" cy="2691380"/>
          </a:xfrm>
          <a:custGeom>
            <a:avLst/>
            <a:gdLst/>
            <a:ahLst/>
            <a:cxnLst/>
            <a:rect l="l" t="t" r="r" b="b"/>
            <a:pathLst>
              <a:path w="3709922" h="2691380">
                <a:moveTo>
                  <a:pt x="0" y="0"/>
                </a:moveTo>
                <a:lnTo>
                  <a:pt x="3709922" y="0"/>
                </a:lnTo>
                <a:lnTo>
                  <a:pt x="3709922" y="2691379"/>
                </a:lnTo>
                <a:lnTo>
                  <a:pt x="0" y="26913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4644944" y="5864250"/>
            <a:ext cx="781546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variation de la resistance de mesure Fixe </a:t>
            </a:r>
          </a:p>
        </p:txBody>
      </p:sp>
      <p:sp>
        <p:nvSpPr>
          <p:cNvPr id="12" name="Freeform 12"/>
          <p:cNvSpPr/>
          <p:nvPr/>
        </p:nvSpPr>
        <p:spPr>
          <a:xfrm rot="2001419">
            <a:off x="9575502" y="2154118"/>
            <a:ext cx="3214240" cy="2331785"/>
          </a:xfrm>
          <a:custGeom>
            <a:avLst/>
            <a:gdLst/>
            <a:ahLst/>
            <a:cxnLst/>
            <a:rect l="l" t="t" r="r" b="b"/>
            <a:pathLst>
              <a:path w="3214240" h="2331785">
                <a:moveTo>
                  <a:pt x="0" y="0"/>
                </a:moveTo>
                <a:lnTo>
                  <a:pt x="3214240" y="0"/>
                </a:lnTo>
                <a:lnTo>
                  <a:pt x="3214240" y="2331785"/>
                </a:lnTo>
                <a:lnTo>
                  <a:pt x="0" y="23317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AutoShape 13"/>
          <p:cNvSpPr/>
          <p:nvPr/>
        </p:nvSpPr>
        <p:spPr>
          <a:xfrm flipH="1" flipV="1">
            <a:off x="12938118" y="3336257"/>
            <a:ext cx="1590728" cy="1246838"/>
          </a:xfrm>
          <a:prstGeom prst="line">
            <a:avLst/>
          </a:prstGeom>
          <a:ln w="38100" cap="flat">
            <a:solidFill>
              <a:srgbClr val="F3110E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13451000" y="4544995"/>
            <a:ext cx="4837000" cy="656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E7191F"/>
                </a:solidFill>
                <a:latin typeface="Open Sans"/>
                <a:ea typeface="Open Sans"/>
                <a:cs typeface="Open Sans"/>
                <a:sym typeface="Open Sans"/>
              </a:rPr>
              <a:t>Faire une estimation de la valeur de la référence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87921" y="-239383"/>
            <a:ext cx="4413479" cy="1144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67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Solution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9E6D3D7C-A97F-154C-E036-C0D251159C77}"/>
              </a:ext>
            </a:extLst>
          </p:cNvPr>
          <p:cNvSpPr txBox="1"/>
          <p:nvPr/>
        </p:nvSpPr>
        <p:spPr>
          <a:xfrm>
            <a:off x="4343400" y="7570800"/>
            <a:ext cx="7815461" cy="118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1" dirty="0">
                <a:solidFill>
                  <a:srgbClr val="FF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Quelle solution </a:t>
            </a:r>
            <a:r>
              <a:rPr lang="en-US" sz="3399" i="1" dirty="0" err="1">
                <a:solidFill>
                  <a:srgbClr val="FF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tu</a:t>
            </a:r>
            <a:r>
              <a:rPr lang="en-US" sz="3399" i="1" dirty="0">
                <a:solidFill>
                  <a:srgbClr val="FF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399" i="1" dirty="0" err="1">
                <a:solidFill>
                  <a:srgbClr val="FF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prends</a:t>
            </a:r>
            <a:r>
              <a:rPr lang="en-US" sz="3399" i="1" dirty="0">
                <a:solidFill>
                  <a:srgbClr val="FF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 pour </a:t>
            </a:r>
            <a:r>
              <a:rPr lang="en-US" sz="3399" i="1" dirty="0" err="1">
                <a:solidFill>
                  <a:srgbClr val="FF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lisser</a:t>
            </a:r>
            <a:r>
              <a:rPr lang="en-US" sz="3399" i="1" dirty="0">
                <a:solidFill>
                  <a:srgbClr val="FF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 dans le code </a:t>
            </a:r>
            <a:r>
              <a:rPr lang="en-US" sz="3399" i="1" dirty="0" err="1">
                <a:solidFill>
                  <a:srgbClr val="FF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ou</a:t>
            </a:r>
            <a:r>
              <a:rPr lang="en-US" sz="3399" i="1" dirty="0">
                <a:solidFill>
                  <a:srgbClr val="FF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399" i="1" dirty="0" err="1">
                <a:solidFill>
                  <a:srgbClr val="FF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en</a:t>
            </a:r>
            <a:r>
              <a:rPr lang="en-US" sz="3399" i="1" dirty="0">
                <a:solidFill>
                  <a:srgbClr val="FF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 post-</a:t>
            </a:r>
            <a:r>
              <a:rPr lang="en-US" sz="3399" i="1" dirty="0" err="1">
                <a:solidFill>
                  <a:srgbClr val="FF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traitement</a:t>
            </a:r>
            <a:r>
              <a:rPr lang="en-US" sz="3399" i="1" dirty="0">
                <a:solidFill>
                  <a:srgbClr val="FF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????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2286000" y="1231352"/>
            <a:ext cx="13360450" cy="3199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fr-FR" sz="92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Fabrication des capteurs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B2DE3FB8-AC73-980F-30BB-9D12C967A71C}"/>
              </a:ext>
            </a:extLst>
          </p:cNvPr>
          <p:cNvSpPr txBox="1"/>
          <p:nvPr/>
        </p:nvSpPr>
        <p:spPr>
          <a:xfrm>
            <a:off x="3124200" y="6167476"/>
            <a:ext cx="5584007" cy="9425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97"/>
              </a:lnSpc>
            </a:pPr>
            <a:r>
              <a:rPr lang="en-US" sz="2712" dirty="0">
                <a:solidFill>
                  <a:srgbClr val="FF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12" dirty="0" err="1">
                <a:solidFill>
                  <a:srgbClr val="FF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protocole</a:t>
            </a:r>
            <a:r>
              <a:rPr lang="en-US" sz="2712" dirty="0">
                <a:solidFill>
                  <a:srgbClr val="FF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 / photos /</a:t>
            </a:r>
            <a:r>
              <a:rPr lang="en-US" sz="2712" dirty="0" err="1">
                <a:solidFill>
                  <a:srgbClr val="FF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changement</a:t>
            </a:r>
            <a:r>
              <a:rPr lang="en-US" sz="2712" dirty="0">
                <a:solidFill>
                  <a:srgbClr val="FF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 proportion du mélange</a:t>
            </a:r>
          </a:p>
        </p:txBody>
      </p:sp>
    </p:spTree>
    <p:extLst>
      <p:ext uri="{BB962C8B-B14F-4D97-AF65-F5344CB8AC3E}">
        <p14:creationId xmlns:p14="http://schemas.microsoft.com/office/powerpoint/2010/main" val="27512375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TextBox 5"/>
          <p:cNvSpPr txBox="1"/>
          <p:nvPr/>
        </p:nvSpPr>
        <p:spPr>
          <a:xfrm>
            <a:off x="3403550" y="4274503"/>
            <a:ext cx="13360450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fr-FR" sz="92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Séchage de Capteur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3111489" y="1028700"/>
            <a:ext cx="12831284" cy="5881005"/>
          </a:xfrm>
          <a:custGeom>
            <a:avLst/>
            <a:gdLst/>
            <a:ahLst/>
            <a:cxnLst/>
            <a:rect l="l" t="t" r="r" b="b"/>
            <a:pathLst>
              <a:path w="12831284" h="5881005">
                <a:moveTo>
                  <a:pt x="0" y="0"/>
                </a:moveTo>
                <a:lnTo>
                  <a:pt x="12831283" y="0"/>
                </a:lnTo>
                <a:lnTo>
                  <a:pt x="12831283" y="5881005"/>
                </a:lnTo>
                <a:lnTo>
                  <a:pt x="0" y="5881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6652118" y="6881130"/>
            <a:ext cx="5750025" cy="84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i="1" u="sng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Séchage</a:t>
            </a:r>
            <a:r>
              <a:rPr lang="en-US" sz="2400" i="1" u="sng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de deux </a:t>
            </a:r>
            <a:r>
              <a:rPr lang="en-US" sz="2400" i="1" u="sng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capteurs</a:t>
            </a:r>
            <a:r>
              <a:rPr lang="en-US" sz="2400" i="1" u="sng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pendant 3 </a:t>
            </a:r>
            <a:r>
              <a:rPr lang="en-US" sz="2400" i="1" u="sng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jours</a:t>
            </a:r>
            <a:r>
              <a:rPr lang="en-US" sz="2400" i="1" u="sng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2400" i="1" u="sng" dirty="0">
                <a:solidFill>
                  <a:srgbClr val="000000"/>
                </a:solidFill>
                <a:highlight>
                  <a:srgbClr val="FFFF00"/>
                </a:highlight>
                <a:latin typeface="Open Sans Italics"/>
                <a:ea typeface="Open Sans Italics"/>
                <a:cs typeface="Open Sans Italics"/>
                <a:sym typeface="Open Sans Italics"/>
              </a:rPr>
              <a:t>++++++</a:t>
            </a:r>
            <a:r>
              <a:rPr lang="en-US" sz="2400" i="1" u="sng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2250557" y="2012940"/>
            <a:ext cx="1721863" cy="568589"/>
          </a:xfrm>
          <a:prstGeom prst="line">
            <a:avLst/>
          </a:prstGeom>
          <a:ln w="38100" cap="flat">
            <a:solidFill>
              <a:srgbClr val="0EAEF3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786325" y="2552954"/>
            <a:ext cx="2063651" cy="24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EAEF3"/>
                </a:solidFill>
                <a:latin typeface="Open Sans"/>
                <a:ea typeface="Open Sans"/>
                <a:cs typeface="Open Sans"/>
                <a:sym typeface="Open Sans"/>
              </a:rPr>
              <a:t>Référence de 475K ohms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3111489" y="1028700"/>
            <a:ext cx="12838176" cy="5881005"/>
            <a:chOff x="0" y="0"/>
            <a:chExt cx="17117568" cy="78413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108378" cy="7841340"/>
            </a:xfrm>
            <a:custGeom>
              <a:avLst/>
              <a:gdLst/>
              <a:ahLst/>
              <a:cxnLst/>
              <a:rect l="l" t="t" r="r" b="b"/>
              <a:pathLst>
                <a:path w="17108378" h="7841340">
                  <a:moveTo>
                    <a:pt x="0" y="0"/>
                  </a:moveTo>
                  <a:lnTo>
                    <a:pt x="17108378" y="0"/>
                  </a:lnTo>
                  <a:lnTo>
                    <a:pt x="17108378" y="7841340"/>
                  </a:lnTo>
                  <a:lnTo>
                    <a:pt x="0" y="7841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41229"/>
              <a:ext cx="17117568" cy="7800111"/>
            </a:xfrm>
            <a:custGeom>
              <a:avLst/>
              <a:gdLst/>
              <a:ahLst/>
              <a:cxnLst/>
              <a:rect l="l" t="t" r="r" b="b"/>
              <a:pathLst>
                <a:path w="17117568" h="7800111">
                  <a:moveTo>
                    <a:pt x="0" y="0"/>
                  </a:moveTo>
                  <a:lnTo>
                    <a:pt x="17117568" y="0"/>
                  </a:lnTo>
                  <a:lnTo>
                    <a:pt x="17117568" y="7800111"/>
                  </a:lnTo>
                  <a:lnTo>
                    <a:pt x="0" y="7800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/>
            <p:nvPr/>
          </p:nvSpPr>
          <p:spPr>
            <a:xfrm>
              <a:off x="1013468" y="3829020"/>
              <a:ext cx="2209037" cy="1798054"/>
            </a:xfrm>
            <a:custGeom>
              <a:avLst/>
              <a:gdLst/>
              <a:ahLst/>
              <a:cxnLst/>
              <a:rect l="l" t="t" r="r" b="b"/>
              <a:pathLst>
                <a:path w="2209037" h="1798054">
                  <a:moveTo>
                    <a:pt x="0" y="0"/>
                  </a:moveTo>
                  <a:lnTo>
                    <a:pt x="2209038" y="0"/>
                  </a:lnTo>
                  <a:lnTo>
                    <a:pt x="2209038" y="1798054"/>
                  </a:lnTo>
                  <a:lnTo>
                    <a:pt x="0" y="1798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19138" y="7306848"/>
            <a:ext cx="16049725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</a:t>
            </a:r>
            <a:r>
              <a:rPr lang="en-US" sz="2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résistance</a:t>
            </a: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des </a:t>
            </a:r>
            <a:r>
              <a:rPr lang="en-US" sz="2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capteurs</a:t>
            </a: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évolue</a:t>
            </a: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4 </a:t>
            </a:r>
            <a:r>
              <a:rPr lang="en-US" sz="2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kΩ</a:t>
            </a: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à </a:t>
            </a:r>
            <a:r>
              <a:rPr lang="en-US" sz="2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l'état</a:t>
            </a: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humide</a:t>
            </a: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jusqu'à</a:t>
            </a: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75 </a:t>
            </a:r>
            <a:r>
              <a:rPr lang="en-US" sz="2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kΩ</a:t>
            </a: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après 60 </a:t>
            </a:r>
            <a:r>
              <a:rPr lang="en-US" sz="2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heures</a:t>
            </a: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séchage</a:t>
            </a:r>
            <a:r>
              <a:rPr lang="en-US" sz="2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D4271D-D7D4-7529-4D1B-2B0DEF404404}"/>
              </a:ext>
            </a:extLst>
          </p:cNvPr>
          <p:cNvSpPr txBox="1"/>
          <p:nvPr/>
        </p:nvSpPr>
        <p:spPr>
          <a:xfrm>
            <a:off x="1295400" y="2464295"/>
            <a:ext cx="16049725" cy="2934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4400" dirty="0">
                <a:solidFill>
                  <a:srgbClr val="00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METTRE DES ZOOMS !!!!!!</a:t>
            </a:r>
          </a:p>
          <a:p>
            <a:pPr algn="ctr">
              <a:lnSpc>
                <a:spcPts val="3780"/>
              </a:lnSpc>
            </a:pPr>
            <a:endParaRPr lang="en-US" sz="4400" dirty="0">
              <a:solidFill>
                <a:srgbClr val="000000"/>
              </a:solidFill>
              <a:highlight>
                <a:srgbClr val="FFFF00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3780"/>
              </a:lnSpc>
            </a:pPr>
            <a:endParaRPr lang="en-US" sz="4400" dirty="0">
              <a:solidFill>
                <a:srgbClr val="000000"/>
              </a:solidFill>
              <a:highlight>
                <a:srgbClr val="FFFF00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3780"/>
              </a:lnSpc>
            </a:pPr>
            <a:endParaRPr lang="en-US" sz="4400" dirty="0">
              <a:solidFill>
                <a:srgbClr val="000000"/>
              </a:solidFill>
              <a:highlight>
                <a:srgbClr val="FFFF00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3780"/>
              </a:lnSpc>
            </a:pPr>
            <a:r>
              <a:rPr lang="en-US" sz="4000" dirty="0" err="1">
                <a:solidFill>
                  <a:srgbClr val="00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Calculer</a:t>
            </a:r>
            <a:r>
              <a:rPr lang="en-US" sz="4000" dirty="0">
                <a:solidFill>
                  <a:srgbClr val="00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 la difference / rapport entre les 2 </a:t>
            </a:r>
            <a:r>
              <a:rPr lang="en-US" sz="4000" dirty="0" err="1">
                <a:solidFill>
                  <a:srgbClr val="00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courbes</a:t>
            </a:r>
            <a:endParaRPr lang="en-US" sz="4000" dirty="0">
              <a:solidFill>
                <a:srgbClr val="000000"/>
              </a:solidFill>
              <a:highlight>
                <a:srgbClr val="FFFF00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3780"/>
              </a:lnSpc>
            </a:pPr>
            <a:r>
              <a:rPr lang="en-US" sz="4000" dirty="0">
                <a:solidFill>
                  <a:srgbClr val="00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4k =dans </a:t>
            </a:r>
            <a:r>
              <a:rPr lang="en-US" sz="4000" dirty="0" err="1">
                <a:solidFill>
                  <a:srgbClr val="00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l’eau</a:t>
            </a:r>
            <a:r>
              <a:rPr lang="en-US" sz="4000" dirty="0">
                <a:solidFill>
                  <a:srgbClr val="000000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3766641" y="2171700"/>
            <a:ext cx="10754718" cy="485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fr-FR" sz="92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sz="9200" b="1" dirty="0" err="1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ésultats</a:t>
            </a:r>
            <a:r>
              <a:rPr lang="en-US" sz="92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des mesures dans </a:t>
            </a:r>
            <a:r>
              <a:rPr lang="en-US" sz="9200" b="1" dirty="0" err="1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une</a:t>
            </a:r>
            <a:r>
              <a:rPr lang="en-US" sz="92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table à </a:t>
            </a:r>
            <a:r>
              <a:rPr lang="en-US" sz="9200" b="1" dirty="0" err="1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succion</a:t>
            </a:r>
            <a:endParaRPr lang="en-US" sz="9200" b="1" dirty="0">
              <a:solidFill>
                <a:srgbClr val="14131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273274"/>
            <a:ext cx="16383000" cy="2586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79" lvl="1" algn="just">
              <a:lnSpc>
                <a:spcPts val="3359"/>
              </a:lnSpc>
            </a:pP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Mesure sur 4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capteurs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et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comparaison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d’autres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méthodes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WM et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tensiomètre</a:t>
            </a:r>
            <a:endParaRPr lang="en-US" sz="23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59079" lvl="1" algn="just">
              <a:lnSpc>
                <a:spcPts val="3359"/>
              </a:lnSpc>
            </a:pP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 test different pF seul le pF1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valide</a:t>
            </a:r>
            <a:endParaRPr lang="en-US" sz="23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59079" lvl="1" algn="just">
              <a:lnSpc>
                <a:spcPts val="3359"/>
              </a:lnSpc>
            </a:pP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Coubre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meme allures pour les 4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capteurs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marL="259079" lvl="1" algn="just">
              <a:lnSpc>
                <a:spcPts val="3359"/>
              </a:lnSpc>
            </a:pP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 compare les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résiatance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donner les resistances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tablea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avec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Rcapt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pour pF1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idebtifier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sur photo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Watermark et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capteur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4 dans les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mêmes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conditions et dans la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même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gamme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mesure.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irromètre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Installé</a:t>
            </a:r>
            <a:r>
              <a:rPr lang="en-US" sz="2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(0kPa ; 40 kPa) avec 1kPa = 10mbar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3CA558BA-B9CF-6D50-027C-B3C7A2A2FF70}"/>
              </a:ext>
            </a:extLst>
          </p:cNvPr>
          <p:cNvGrpSpPr/>
          <p:nvPr/>
        </p:nvGrpSpPr>
        <p:grpSpPr>
          <a:xfrm>
            <a:off x="2604294" y="4391476"/>
            <a:ext cx="13168542" cy="5895523"/>
            <a:chOff x="1923743" y="1551577"/>
            <a:chExt cx="11203121" cy="4413767"/>
          </a:xfrm>
        </p:grpSpPr>
        <p:sp>
          <p:nvSpPr>
            <p:cNvPr id="5" name="TextBox 5"/>
            <p:cNvSpPr txBox="1"/>
            <p:nvPr/>
          </p:nvSpPr>
          <p:spPr>
            <a:xfrm>
              <a:off x="1923743" y="5120178"/>
              <a:ext cx="11203121" cy="8451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142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Refaire</a:t>
              </a:r>
              <a:r>
                <a:rPr lang="en-US" sz="2142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 le graph avec les </a:t>
              </a:r>
              <a:r>
                <a:rPr lang="en-US" sz="2142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bonnes</a:t>
              </a:r>
              <a:r>
                <a:rPr lang="en-US" sz="2142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 legends </a:t>
              </a:r>
              <a:r>
                <a:rPr lang="en-US" sz="2142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capteur</a:t>
              </a:r>
              <a:r>
                <a:rPr lang="en-US" sz="2142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 WAOUXXX… WM et donner les </a:t>
              </a:r>
              <a:r>
                <a:rPr lang="en-US" sz="2142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valeurs</a:t>
              </a:r>
              <a:r>
                <a:rPr lang="en-US" sz="2142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 du </a:t>
              </a:r>
              <a:r>
                <a:rPr lang="en-US" sz="2142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tensiomètre</a:t>
              </a:r>
              <a:endParaRPr lang="en-US" sz="2142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endParaRPr>
            </a:p>
            <a:p>
              <a:pPr algn="ctr">
                <a:lnSpc>
                  <a:spcPts val="3000"/>
                </a:lnSpc>
              </a:pPr>
              <a:r>
                <a:rPr lang="en-US" sz="2142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Conclure</a:t>
              </a:r>
              <a:r>
                <a:rPr lang="en-US" sz="2142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…</a:t>
              </a:r>
            </a:p>
            <a:p>
              <a:pPr algn="ctr">
                <a:lnSpc>
                  <a:spcPts val="3000"/>
                </a:lnSpc>
              </a:pPr>
              <a:endParaRPr lang="en-US" sz="2142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endParaRPr>
            </a:p>
          </p:txBody>
        </p:sp>
        <p:sp>
          <p:nvSpPr>
            <p:cNvPr id="7" name="Freeform 7"/>
            <p:cNvSpPr/>
            <p:nvPr/>
          </p:nvSpPr>
          <p:spPr>
            <a:xfrm>
              <a:off x="10806334" y="1551577"/>
              <a:ext cx="646987" cy="3274446"/>
            </a:xfrm>
            <a:custGeom>
              <a:avLst/>
              <a:gdLst/>
              <a:ahLst/>
              <a:cxnLst/>
              <a:rect l="l" t="t" r="r" b="b"/>
              <a:pathLst>
                <a:path w="862650" h="4365929">
                  <a:moveTo>
                    <a:pt x="0" y="0"/>
                  </a:moveTo>
                  <a:lnTo>
                    <a:pt x="862651" y="0"/>
                  </a:lnTo>
                  <a:lnTo>
                    <a:pt x="862651" y="4365929"/>
                  </a:lnTo>
                  <a:lnTo>
                    <a:pt x="0" y="43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76947" t="-11942" r="-32968" b="-28327"/>
              </a:stretch>
            </a:blipFill>
          </p:spPr>
          <p:txBody>
            <a:bodyPr/>
            <a:lstStyle/>
            <a:p>
              <a:endParaRPr lang="fr-FR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495526" y="4917677"/>
            <a:ext cx="5807714" cy="4762500"/>
            <a:chOff x="0" y="0"/>
            <a:chExt cx="12722019" cy="95415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722019" cy="9541514"/>
            </a:xfrm>
            <a:custGeom>
              <a:avLst/>
              <a:gdLst/>
              <a:ahLst/>
              <a:cxnLst/>
              <a:rect l="l" t="t" r="r" b="b"/>
              <a:pathLst>
                <a:path w="12722019" h="9541514">
                  <a:moveTo>
                    <a:pt x="0" y="0"/>
                  </a:moveTo>
                  <a:lnTo>
                    <a:pt x="12722019" y="0"/>
                  </a:lnTo>
                  <a:lnTo>
                    <a:pt x="12722019" y="9541514"/>
                  </a:lnTo>
                  <a:lnTo>
                    <a:pt x="0" y="9541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949414" y="2911771"/>
              <a:ext cx="3411596" cy="3717973"/>
              <a:chOff x="0" y="0"/>
              <a:chExt cx="2927350" cy="319024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47458" y="47149"/>
                <a:ext cx="2831073" cy="3103567"/>
              </a:xfrm>
              <a:custGeom>
                <a:avLst/>
                <a:gdLst/>
                <a:ahLst/>
                <a:cxnLst/>
                <a:rect l="l" t="t" r="r" b="b"/>
                <a:pathLst>
                  <a:path w="2831073" h="3103567">
                    <a:moveTo>
                      <a:pt x="912662" y="495141"/>
                    </a:moveTo>
                    <a:cubicBezTo>
                      <a:pt x="479592" y="791051"/>
                      <a:pt x="466892" y="806291"/>
                      <a:pt x="442762" y="831691"/>
                    </a:cubicBezTo>
                    <a:cubicBezTo>
                      <a:pt x="418632" y="857091"/>
                      <a:pt x="398312" y="876141"/>
                      <a:pt x="370372" y="912971"/>
                    </a:cubicBezTo>
                    <a:cubicBezTo>
                      <a:pt x="320842" y="979011"/>
                      <a:pt x="212892" y="1128871"/>
                      <a:pt x="183682" y="1203801"/>
                    </a:cubicBezTo>
                    <a:cubicBezTo>
                      <a:pt x="168442" y="1244441"/>
                      <a:pt x="170982" y="1262221"/>
                      <a:pt x="168442" y="1306671"/>
                    </a:cubicBezTo>
                    <a:cubicBezTo>
                      <a:pt x="162092" y="1387951"/>
                      <a:pt x="151932" y="1578451"/>
                      <a:pt x="167172" y="1654651"/>
                    </a:cubicBezTo>
                    <a:cubicBezTo>
                      <a:pt x="176062" y="1694021"/>
                      <a:pt x="184952" y="1707991"/>
                      <a:pt x="204002" y="1741011"/>
                    </a:cubicBezTo>
                    <a:cubicBezTo>
                      <a:pt x="234482" y="1790541"/>
                      <a:pt x="304332" y="1855311"/>
                      <a:pt x="347512" y="1917541"/>
                    </a:cubicBezTo>
                    <a:cubicBezTo>
                      <a:pt x="389422" y="1977231"/>
                      <a:pt x="419902" y="2048351"/>
                      <a:pt x="458002" y="2108041"/>
                    </a:cubicBezTo>
                    <a:cubicBezTo>
                      <a:pt x="494832" y="2163921"/>
                      <a:pt x="530392" y="2213451"/>
                      <a:pt x="572302" y="2265521"/>
                    </a:cubicBezTo>
                    <a:cubicBezTo>
                      <a:pt x="615482" y="2320131"/>
                      <a:pt x="668822" y="2367121"/>
                      <a:pt x="715812" y="2428081"/>
                    </a:cubicBezTo>
                    <a:cubicBezTo>
                      <a:pt x="767882" y="2495391"/>
                      <a:pt x="812332" y="2586831"/>
                      <a:pt x="868212" y="2655411"/>
                    </a:cubicBezTo>
                    <a:cubicBezTo>
                      <a:pt x="919012" y="2717641"/>
                      <a:pt x="986322" y="2793841"/>
                      <a:pt x="1034582" y="2821781"/>
                    </a:cubicBezTo>
                    <a:cubicBezTo>
                      <a:pt x="1061252" y="2838291"/>
                      <a:pt x="1085382" y="2831941"/>
                      <a:pt x="1108242" y="2842101"/>
                    </a:cubicBezTo>
                    <a:cubicBezTo>
                      <a:pt x="1131102" y="2853531"/>
                      <a:pt x="1147612" y="2876391"/>
                      <a:pt x="1170472" y="2890361"/>
                    </a:cubicBezTo>
                    <a:cubicBezTo>
                      <a:pt x="1194602" y="2904331"/>
                      <a:pt x="1220002" y="2917031"/>
                      <a:pt x="1247942" y="2924651"/>
                    </a:cubicBezTo>
                    <a:cubicBezTo>
                      <a:pt x="1279692" y="2932271"/>
                      <a:pt x="1302552" y="2928461"/>
                      <a:pt x="1349542" y="2931001"/>
                    </a:cubicBezTo>
                    <a:cubicBezTo>
                      <a:pt x="1458762" y="2934811"/>
                      <a:pt x="1796582" y="2943701"/>
                      <a:pt x="1899452" y="2938621"/>
                    </a:cubicBezTo>
                    <a:cubicBezTo>
                      <a:pt x="1940092" y="2936081"/>
                      <a:pt x="1946442" y="2938621"/>
                      <a:pt x="1983272" y="2928461"/>
                    </a:cubicBezTo>
                    <a:cubicBezTo>
                      <a:pt x="2069632" y="2903061"/>
                      <a:pt x="2293152" y="2814161"/>
                      <a:pt x="2389672" y="2736691"/>
                    </a:cubicBezTo>
                    <a:cubicBezTo>
                      <a:pt x="2459522" y="2680811"/>
                      <a:pt x="2497622" y="2618581"/>
                      <a:pt x="2536992" y="2547461"/>
                    </a:cubicBezTo>
                    <a:cubicBezTo>
                      <a:pt x="2578902" y="2472531"/>
                      <a:pt x="2604302" y="2382361"/>
                      <a:pt x="2628432" y="2294731"/>
                    </a:cubicBezTo>
                    <a:cubicBezTo>
                      <a:pt x="2653832" y="2204561"/>
                      <a:pt x="2670342" y="2114391"/>
                      <a:pt x="2681772" y="2016601"/>
                    </a:cubicBezTo>
                    <a:cubicBezTo>
                      <a:pt x="2695742" y="1908651"/>
                      <a:pt x="2700822" y="1760061"/>
                      <a:pt x="2699552" y="1671161"/>
                    </a:cubicBezTo>
                    <a:cubicBezTo>
                      <a:pt x="2699552" y="1616551"/>
                      <a:pt x="2694472" y="1583531"/>
                      <a:pt x="2690662" y="1539081"/>
                    </a:cubicBezTo>
                    <a:cubicBezTo>
                      <a:pt x="2686852" y="1493361"/>
                      <a:pt x="2690662" y="1456531"/>
                      <a:pt x="2675422" y="1403191"/>
                    </a:cubicBezTo>
                    <a:cubicBezTo>
                      <a:pt x="2651292" y="1316831"/>
                      <a:pt x="2573822" y="1180941"/>
                      <a:pt x="2521752" y="1081881"/>
                    </a:cubicBezTo>
                    <a:cubicBezTo>
                      <a:pt x="2477302" y="992981"/>
                      <a:pt x="2439202" y="915511"/>
                      <a:pt x="2387132" y="832961"/>
                    </a:cubicBezTo>
                    <a:cubicBezTo>
                      <a:pt x="2328712" y="742791"/>
                      <a:pt x="2255052" y="633571"/>
                      <a:pt x="2183932" y="562451"/>
                    </a:cubicBezTo>
                    <a:cubicBezTo>
                      <a:pt x="2125512" y="504031"/>
                      <a:pt x="2070902" y="471011"/>
                      <a:pt x="2001052" y="426561"/>
                    </a:cubicBezTo>
                    <a:cubicBezTo>
                      <a:pt x="1917232" y="374491"/>
                      <a:pt x="1794042" y="308451"/>
                      <a:pt x="1715302" y="274161"/>
                    </a:cubicBezTo>
                    <a:cubicBezTo>
                      <a:pt x="1661962" y="251301"/>
                      <a:pt x="1635292" y="242411"/>
                      <a:pt x="1578142" y="228441"/>
                    </a:cubicBezTo>
                    <a:cubicBezTo>
                      <a:pt x="1485432" y="204311"/>
                      <a:pt x="1292392" y="170021"/>
                      <a:pt x="1207302" y="161131"/>
                    </a:cubicBezTo>
                    <a:cubicBezTo>
                      <a:pt x="1162852" y="157321"/>
                      <a:pt x="1137452" y="156051"/>
                      <a:pt x="1104432" y="158591"/>
                    </a:cubicBezTo>
                    <a:cubicBezTo>
                      <a:pt x="1075222" y="162401"/>
                      <a:pt x="1053632" y="166211"/>
                      <a:pt x="1018072" y="176371"/>
                    </a:cubicBezTo>
                    <a:cubicBezTo>
                      <a:pt x="957112" y="194151"/>
                      <a:pt x="842812" y="225901"/>
                      <a:pt x="776772" y="266541"/>
                    </a:cubicBezTo>
                    <a:cubicBezTo>
                      <a:pt x="719622" y="300831"/>
                      <a:pt x="675172" y="342741"/>
                      <a:pt x="637072" y="393541"/>
                    </a:cubicBezTo>
                    <a:cubicBezTo>
                      <a:pt x="596432" y="449421"/>
                      <a:pt x="567222" y="524351"/>
                      <a:pt x="543092" y="591661"/>
                    </a:cubicBezTo>
                    <a:cubicBezTo>
                      <a:pt x="518962" y="657701"/>
                      <a:pt x="518962" y="756761"/>
                      <a:pt x="488482" y="794861"/>
                    </a:cubicBezTo>
                    <a:cubicBezTo>
                      <a:pt x="469432" y="817721"/>
                      <a:pt x="440222" y="829151"/>
                      <a:pt x="418632" y="830421"/>
                    </a:cubicBezTo>
                    <a:cubicBezTo>
                      <a:pt x="400852" y="831691"/>
                      <a:pt x="381802" y="824071"/>
                      <a:pt x="369102" y="812641"/>
                    </a:cubicBezTo>
                    <a:cubicBezTo>
                      <a:pt x="355132" y="802481"/>
                      <a:pt x="342432" y="785971"/>
                      <a:pt x="339892" y="768191"/>
                    </a:cubicBezTo>
                    <a:cubicBezTo>
                      <a:pt x="336082" y="747871"/>
                      <a:pt x="344972" y="709771"/>
                      <a:pt x="357672" y="693261"/>
                    </a:cubicBezTo>
                    <a:cubicBezTo>
                      <a:pt x="367832" y="678021"/>
                      <a:pt x="385612" y="667861"/>
                      <a:pt x="403392" y="666591"/>
                    </a:cubicBezTo>
                    <a:cubicBezTo>
                      <a:pt x="424982" y="662781"/>
                      <a:pt x="461812" y="671671"/>
                      <a:pt x="478322" y="688181"/>
                    </a:cubicBezTo>
                    <a:cubicBezTo>
                      <a:pt x="494832" y="703421"/>
                      <a:pt x="503722" y="740251"/>
                      <a:pt x="502452" y="761841"/>
                    </a:cubicBezTo>
                    <a:cubicBezTo>
                      <a:pt x="499912" y="779621"/>
                      <a:pt x="488482" y="797401"/>
                      <a:pt x="475782" y="808831"/>
                    </a:cubicBezTo>
                    <a:cubicBezTo>
                      <a:pt x="464352" y="820261"/>
                      <a:pt x="445302" y="830421"/>
                      <a:pt x="427522" y="830421"/>
                    </a:cubicBezTo>
                    <a:cubicBezTo>
                      <a:pt x="405932" y="830421"/>
                      <a:pt x="370372" y="816451"/>
                      <a:pt x="356402" y="799941"/>
                    </a:cubicBezTo>
                    <a:cubicBezTo>
                      <a:pt x="343702" y="787241"/>
                      <a:pt x="337352" y="774541"/>
                      <a:pt x="337352" y="750411"/>
                    </a:cubicBezTo>
                    <a:cubicBezTo>
                      <a:pt x="334812" y="698341"/>
                      <a:pt x="386882" y="548481"/>
                      <a:pt x="414822" y="487521"/>
                    </a:cubicBezTo>
                    <a:cubicBezTo>
                      <a:pt x="431332" y="451961"/>
                      <a:pt x="454192" y="436721"/>
                      <a:pt x="466892" y="410051"/>
                    </a:cubicBezTo>
                    <a:cubicBezTo>
                      <a:pt x="478322" y="384651"/>
                      <a:pt x="470702" y="357981"/>
                      <a:pt x="488482" y="328771"/>
                    </a:cubicBezTo>
                    <a:cubicBezTo>
                      <a:pt x="515152" y="281781"/>
                      <a:pt x="582462" y="215741"/>
                      <a:pt x="643422" y="172561"/>
                    </a:cubicBezTo>
                    <a:cubicBezTo>
                      <a:pt x="709462" y="126841"/>
                      <a:pt x="800902" y="93821"/>
                      <a:pt x="872022" y="64611"/>
                    </a:cubicBezTo>
                    <a:cubicBezTo>
                      <a:pt x="931712" y="39211"/>
                      <a:pt x="982512" y="12541"/>
                      <a:pt x="1042202" y="3651"/>
                    </a:cubicBezTo>
                    <a:cubicBezTo>
                      <a:pt x="1103162" y="-5239"/>
                      <a:pt x="1155232" y="3651"/>
                      <a:pt x="1231432" y="13811"/>
                    </a:cubicBezTo>
                    <a:cubicBezTo>
                      <a:pt x="1352082" y="29051"/>
                      <a:pt x="1576872" y="73501"/>
                      <a:pt x="1692442" y="109061"/>
                    </a:cubicBezTo>
                    <a:cubicBezTo>
                      <a:pt x="1766102" y="131921"/>
                      <a:pt x="1800392" y="147161"/>
                      <a:pt x="1866432" y="182721"/>
                    </a:cubicBezTo>
                    <a:cubicBezTo>
                      <a:pt x="1966762" y="234791"/>
                      <a:pt x="2147102" y="350361"/>
                      <a:pt x="2227112" y="413861"/>
                    </a:cubicBezTo>
                    <a:cubicBezTo>
                      <a:pt x="2270292" y="448151"/>
                      <a:pt x="2285532" y="462121"/>
                      <a:pt x="2321092" y="505301"/>
                    </a:cubicBezTo>
                    <a:cubicBezTo>
                      <a:pt x="2383322" y="580231"/>
                      <a:pt x="2478572" y="728821"/>
                      <a:pt x="2543342" y="840581"/>
                    </a:cubicBezTo>
                    <a:cubicBezTo>
                      <a:pt x="2603032" y="943451"/>
                      <a:pt x="2655102" y="1053941"/>
                      <a:pt x="2699552" y="1151731"/>
                    </a:cubicBezTo>
                    <a:cubicBezTo>
                      <a:pt x="2738922" y="1234281"/>
                      <a:pt x="2778292" y="1302861"/>
                      <a:pt x="2798612" y="1387951"/>
                    </a:cubicBezTo>
                    <a:cubicBezTo>
                      <a:pt x="2821472" y="1476851"/>
                      <a:pt x="2824012" y="1573371"/>
                      <a:pt x="2827822" y="1673701"/>
                    </a:cubicBezTo>
                    <a:cubicBezTo>
                      <a:pt x="2832902" y="1788001"/>
                      <a:pt x="2832902" y="1922621"/>
                      <a:pt x="2821472" y="2039461"/>
                    </a:cubicBezTo>
                    <a:cubicBezTo>
                      <a:pt x="2810042" y="2147411"/>
                      <a:pt x="2789722" y="2251551"/>
                      <a:pt x="2761782" y="2351881"/>
                    </a:cubicBezTo>
                    <a:cubicBezTo>
                      <a:pt x="2735112" y="2448401"/>
                      <a:pt x="2698282" y="2558891"/>
                      <a:pt x="2657642" y="2631281"/>
                    </a:cubicBezTo>
                    <a:cubicBezTo>
                      <a:pt x="2628432" y="2685891"/>
                      <a:pt x="2600492" y="2718911"/>
                      <a:pt x="2561122" y="2759551"/>
                    </a:cubicBezTo>
                    <a:cubicBezTo>
                      <a:pt x="2515402" y="2807811"/>
                      <a:pt x="2460792" y="2857341"/>
                      <a:pt x="2393482" y="2900521"/>
                    </a:cubicBezTo>
                    <a:cubicBezTo>
                      <a:pt x="2312202" y="2953861"/>
                      <a:pt x="2190282" y="3016091"/>
                      <a:pt x="2100112" y="3047841"/>
                    </a:cubicBezTo>
                    <a:cubicBezTo>
                      <a:pt x="2028992" y="3073241"/>
                      <a:pt x="1985812" y="3082131"/>
                      <a:pt x="1899452" y="3091021"/>
                    </a:cubicBezTo>
                    <a:cubicBezTo>
                      <a:pt x="1748322" y="3107531"/>
                      <a:pt x="1400342" y="3107531"/>
                      <a:pt x="1268262" y="3092291"/>
                    </a:cubicBezTo>
                    <a:cubicBezTo>
                      <a:pt x="1206032" y="3085941"/>
                      <a:pt x="1171742" y="3078321"/>
                      <a:pt x="1133642" y="3060541"/>
                    </a:cubicBezTo>
                    <a:cubicBezTo>
                      <a:pt x="1101892" y="3045301"/>
                      <a:pt x="1082842" y="3018631"/>
                      <a:pt x="1051092" y="2999581"/>
                    </a:cubicBezTo>
                    <a:cubicBezTo>
                      <a:pt x="1015532" y="2977991"/>
                      <a:pt x="968542" y="2971641"/>
                      <a:pt x="930442" y="2942431"/>
                    </a:cubicBezTo>
                    <a:cubicBezTo>
                      <a:pt x="882182" y="2906871"/>
                      <a:pt x="833922" y="2825591"/>
                      <a:pt x="795822" y="2788761"/>
                    </a:cubicBezTo>
                    <a:cubicBezTo>
                      <a:pt x="771692" y="2765901"/>
                      <a:pt x="755182" y="2763361"/>
                      <a:pt x="732322" y="2737961"/>
                    </a:cubicBezTo>
                    <a:cubicBezTo>
                      <a:pt x="687872" y="2689701"/>
                      <a:pt x="631992" y="2586831"/>
                      <a:pt x="571032" y="2506821"/>
                    </a:cubicBezTo>
                    <a:cubicBezTo>
                      <a:pt x="499912" y="2411571"/>
                      <a:pt x="398312" y="2307431"/>
                      <a:pt x="327192" y="2207101"/>
                    </a:cubicBezTo>
                    <a:cubicBezTo>
                      <a:pt x="263692" y="2118201"/>
                      <a:pt x="210352" y="2002631"/>
                      <a:pt x="163362" y="1940401"/>
                    </a:cubicBezTo>
                    <a:cubicBezTo>
                      <a:pt x="134152" y="1902301"/>
                      <a:pt x="107482" y="1884521"/>
                      <a:pt x="85892" y="1854041"/>
                    </a:cubicBezTo>
                    <a:cubicBezTo>
                      <a:pt x="65572" y="1827371"/>
                      <a:pt x="49062" y="1803241"/>
                      <a:pt x="36362" y="1771491"/>
                    </a:cubicBezTo>
                    <a:cubicBezTo>
                      <a:pt x="21122" y="1737201"/>
                      <a:pt x="9692" y="1700371"/>
                      <a:pt x="3342" y="1657191"/>
                    </a:cubicBezTo>
                    <a:cubicBezTo>
                      <a:pt x="-4278" y="1602581"/>
                      <a:pt x="3342" y="1534001"/>
                      <a:pt x="4612" y="1473041"/>
                    </a:cubicBezTo>
                    <a:cubicBezTo>
                      <a:pt x="4612" y="1412081"/>
                      <a:pt x="3342" y="1347311"/>
                      <a:pt x="8422" y="1293971"/>
                    </a:cubicBezTo>
                    <a:cubicBezTo>
                      <a:pt x="12232" y="1248251"/>
                      <a:pt x="13502" y="1208881"/>
                      <a:pt x="28742" y="1168241"/>
                    </a:cubicBezTo>
                    <a:cubicBezTo>
                      <a:pt x="43982" y="1126331"/>
                      <a:pt x="68112" y="1093311"/>
                      <a:pt x="98592" y="1045051"/>
                    </a:cubicBezTo>
                    <a:cubicBezTo>
                      <a:pt x="148122" y="968851"/>
                      <a:pt x="243372" y="825341"/>
                      <a:pt x="297982" y="760571"/>
                    </a:cubicBezTo>
                    <a:cubicBezTo>
                      <a:pt x="331002" y="723741"/>
                      <a:pt x="347512" y="709771"/>
                      <a:pt x="384342" y="681831"/>
                    </a:cubicBezTo>
                    <a:cubicBezTo>
                      <a:pt x="436412" y="639921"/>
                      <a:pt x="521502" y="596741"/>
                      <a:pt x="591352" y="548481"/>
                    </a:cubicBezTo>
                    <a:cubicBezTo>
                      <a:pt x="667552" y="495141"/>
                      <a:pt x="767882" y="396081"/>
                      <a:pt x="825032" y="371951"/>
                    </a:cubicBezTo>
                    <a:cubicBezTo>
                      <a:pt x="852972" y="360521"/>
                      <a:pt x="874562" y="356711"/>
                      <a:pt x="893612" y="363061"/>
                    </a:cubicBezTo>
                    <a:cubicBezTo>
                      <a:pt x="910122" y="366871"/>
                      <a:pt x="926632" y="382111"/>
                      <a:pt x="934252" y="397351"/>
                    </a:cubicBezTo>
                    <a:cubicBezTo>
                      <a:pt x="943142" y="411321"/>
                      <a:pt x="945682" y="434181"/>
                      <a:pt x="941872" y="450691"/>
                    </a:cubicBezTo>
                    <a:cubicBezTo>
                      <a:pt x="938062" y="465931"/>
                      <a:pt x="912662" y="495141"/>
                      <a:pt x="912662" y="495141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5643392" y="8720455"/>
            <a:ext cx="3613347" cy="538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i="1" dirty="0">
                <a:solidFill>
                  <a:srgbClr val="26C867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pF=log10​(</a:t>
            </a:r>
            <a:r>
              <a:rPr lang="en-US" sz="3200" b="1" i="1" dirty="0" err="1">
                <a:solidFill>
                  <a:srgbClr val="26C867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mbaR</a:t>
            </a:r>
            <a:r>
              <a:rPr lang="en-US" sz="3200" b="1" i="1" dirty="0">
                <a:solidFill>
                  <a:srgbClr val="26C867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)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14145866-99DB-E298-A0FF-DCB523249C4D}"/>
              </a:ext>
            </a:extLst>
          </p:cNvPr>
          <p:cNvSpPr txBox="1"/>
          <p:nvPr/>
        </p:nvSpPr>
        <p:spPr>
          <a:xfrm>
            <a:off x="494494" y="8014972"/>
            <a:ext cx="10944367" cy="481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142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Variation de la  Resistance des </a:t>
            </a:r>
            <a:r>
              <a:rPr lang="en-US" sz="2142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capteurs</a:t>
            </a:r>
            <a:r>
              <a:rPr lang="en-US" sz="2142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2142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en</a:t>
            </a:r>
            <a:r>
              <a:rPr lang="en-US" sz="2142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2142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fonction</a:t>
            </a:r>
            <a:r>
              <a:rPr lang="en-US" sz="2142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du pF et du temps 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17B6419-AEB1-1240-62A5-4C690A23E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41870"/>
            <a:ext cx="12268200" cy="391130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612359" y="253659"/>
            <a:ext cx="17285559" cy="7324755"/>
          </a:xfrm>
          <a:custGeom>
            <a:avLst/>
            <a:gdLst/>
            <a:ahLst/>
            <a:cxnLst/>
            <a:rect l="l" t="t" r="r" b="b"/>
            <a:pathLst>
              <a:path w="17285559" h="7324755">
                <a:moveTo>
                  <a:pt x="0" y="0"/>
                </a:moveTo>
                <a:lnTo>
                  <a:pt x="17285559" y="0"/>
                </a:lnTo>
                <a:lnTo>
                  <a:pt x="17285559" y="7324756"/>
                </a:lnTo>
                <a:lnTo>
                  <a:pt x="0" y="7324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 rot="-6176469">
            <a:off x="11039047" y="1573159"/>
            <a:ext cx="643372" cy="182484"/>
          </a:xfrm>
          <a:custGeom>
            <a:avLst/>
            <a:gdLst/>
            <a:ahLst/>
            <a:cxnLst/>
            <a:rect l="l" t="t" r="r" b="b"/>
            <a:pathLst>
              <a:path w="643372" h="182484">
                <a:moveTo>
                  <a:pt x="0" y="0"/>
                </a:moveTo>
                <a:lnTo>
                  <a:pt x="643372" y="0"/>
                </a:lnTo>
                <a:lnTo>
                  <a:pt x="643372" y="182484"/>
                </a:lnTo>
                <a:lnTo>
                  <a:pt x="0" y="1824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4290885" y="7559365"/>
            <a:ext cx="9525" cy="39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3061073" y="8392957"/>
            <a:ext cx="4657130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Référence de  825000 ohms</a:t>
            </a:r>
          </a:p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Watermark à la position 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10879" y="1960250"/>
            <a:ext cx="1421640" cy="379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0"/>
              </a:lnSpc>
            </a:pPr>
            <a:r>
              <a:rPr lang="en-US" sz="22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Référence </a:t>
            </a:r>
          </a:p>
        </p:txBody>
      </p:sp>
      <p:sp>
        <p:nvSpPr>
          <p:cNvPr id="8" name="Freeform 8"/>
          <p:cNvSpPr/>
          <p:nvPr/>
        </p:nvSpPr>
        <p:spPr>
          <a:xfrm rot="-333869">
            <a:off x="16142396" y="1842266"/>
            <a:ext cx="697124" cy="197730"/>
          </a:xfrm>
          <a:custGeom>
            <a:avLst/>
            <a:gdLst/>
            <a:ahLst/>
            <a:cxnLst/>
            <a:rect l="l" t="t" r="r" b="b"/>
            <a:pathLst>
              <a:path w="697124" h="197730">
                <a:moveTo>
                  <a:pt x="0" y="0"/>
                </a:moveTo>
                <a:lnTo>
                  <a:pt x="697124" y="0"/>
                </a:lnTo>
                <a:lnTo>
                  <a:pt x="697124" y="197730"/>
                </a:lnTo>
                <a:lnTo>
                  <a:pt x="0" y="197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4644823" y="1732479"/>
            <a:ext cx="1489629" cy="379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0"/>
              </a:lnSpc>
            </a:pPr>
            <a:r>
              <a:rPr lang="en-US" sz="22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WaterMark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726208"/>
            <a:ext cx="14135100" cy="1041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i="1" u="sng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La mesure de la resistance </a:t>
            </a:r>
            <a:r>
              <a:rPr lang="en-US" sz="3000" b="1" i="1" u="sng" dirty="0" err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permet</a:t>
            </a:r>
            <a:r>
              <a:rPr lang="en-US" sz="3000" b="1" i="1" u="sng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3000" b="1" i="1" u="sng" dirty="0" err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d’identifier</a:t>
            </a:r>
            <a:r>
              <a:rPr lang="en-US" sz="3000" b="1" i="1" u="sng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de pb de mesure : </a:t>
            </a:r>
            <a:r>
              <a:rPr lang="en-US" sz="3000" b="1" i="1" u="sng" dirty="0" err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saut</a:t>
            </a:r>
            <a:r>
              <a:rPr lang="en-US" sz="3000" b="1" i="1" u="sng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de potential … </a:t>
            </a:r>
            <a:r>
              <a:rPr lang="en-US" sz="3000" b="1" i="1" u="sng" dirty="0" err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en</a:t>
            </a:r>
            <a:r>
              <a:rPr lang="en-US" sz="3000" b="1" i="1" u="sng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plus du bruit </a:t>
            </a:r>
          </a:p>
        </p:txBody>
      </p:sp>
      <p:sp>
        <p:nvSpPr>
          <p:cNvPr id="11" name="Freeform 11"/>
          <p:cNvSpPr/>
          <p:nvPr/>
        </p:nvSpPr>
        <p:spPr>
          <a:xfrm rot="-6176469">
            <a:off x="17075632" y="2411609"/>
            <a:ext cx="643372" cy="182484"/>
          </a:xfrm>
          <a:custGeom>
            <a:avLst/>
            <a:gdLst/>
            <a:ahLst/>
            <a:cxnLst/>
            <a:rect l="l" t="t" r="r" b="b"/>
            <a:pathLst>
              <a:path w="643372" h="182484">
                <a:moveTo>
                  <a:pt x="0" y="0"/>
                </a:moveTo>
                <a:lnTo>
                  <a:pt x="643372" y="0"/>
                </a:lnTo>
                <a:lnTo>
                  <a:pt x="643372" y="182484"/>
                </a:lnTo>
                <a:lnTo>
                  <a:pt x="0" y="1824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16847464" y="2798700"/>
            <a:ext cx="1421640" cy="379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0"/>
              </a:lnSpc>
            </a:pPr>
            <a:r>
              <a:rPr lang="en-US" sz="22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Référence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483977" y="2557372"/>
            <a:ext cx="11172220" cy="1488487"/>
          </a:xfrm>
          <a:custGeom>
            <a:avLst/>
            <a:gdLst/>
            <a:ahLst/>
            <a:cxnLst/>
            <a:rect l="l" t="t" r="r" b="b"/>
            <a:pathLst>
              <a:path w="11172220" h="1488487">
                <a:moveTo>
                  <a:pt x="0" y="0"/>
                </a:moveTo>
                <a:lnTo>
                  <a:pt x="11172220" y="0"/>
                </a:lnTo>
                <a:lnTo>
                  <a:pt x="11172220" y="1488487"/>
                </a:lnTo>
                <a:lnTo>
                  <a:pt x="0" y="14884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63" b="-66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483977" y="4278221"/>
            <a:ext cx="11172220" cy="1488487"/>
          </a:xfrm>
          <a:custGeom>
            <a:avLst/>
            <a:gdLst/>
            <a:ahLst/>
            <a:cxnLst/>
            <a:rect l="l" t="t" r="r" b="b"/>
            <a:pathLst>
              <a:path w="11172220" h="1488487">
                <a:moveTo>
                  <a:pt x="0" y="0"/>
                </a:moveTo>
                <a:lnTo>
                  <a:pt x="11172220" y="0"/>
                </a:lnTo>
                <a:lnTo>
                  <a:pt x="11172220" y="1488488"/>
                </a:lnTo>
                <a:lnTo>
                  <a:pt x="0" y="1488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63" b="-66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483977" y="6005879"/>
            <a:ext cx="11172220" cy="1502269"/>
          </a:xfrm>
          <a:custGeom>
            <a:avLst/>
            <a:gdLst/>
            <a:ahLst/>
            <a:cxnLst/>
            <a:rect l="l" t="t" r="r" b="b"/>
            <a:pathLst>
              <a:path w="11172220" h="1502269">
                <a:moveTo>
                  <a:pt x="0" y="0"/>
                </a:moveTo>
                <a:lnTo>
                  <a:pt x="11172220" y="0"/>
                </a:lnTo>
                <a:lnTo>
                  <a:pt x="11172220" y="1502269"/>
                </a:lnTo>
                <a:lnTo>
                  <a:pt x="0" y="1502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63" b="-66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483977" y="747964"/>
            <a:ext cx="11172220" cy="1571181"/>
          </a:xfrm>
          <a:custGeom>
            <a:avLst/>
            <a:gdLst/>
            <a:ahLst/>
            <a:cxnLst/>
            <a:rect l="l" t="t" r="r" b="b"/>
            <a:pathLst>
              <a:path w="11172220" h="1571181">
                <a:moveTo>
                  <a:pt x="0" y="0"/>
                </a:moveTo>
                <a:lnTo>
                  <a:pt x="11172220" y="0"/>
                </a:lnTo>
                <a:lnTo>
                  <a:pt x="11172220" y="1571181"/>
                </a:lnTo>
                <a:lnTo>
                  <a:pt x="0" y="15711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63" b="-66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0" y="769957"/>
            <a:ext cx="2440982" cy="5063316"/>
          </a:xfrm>
          <a:custGeom>
            <a:avLst/>
            <a:gdLst/>
            <a:ahLst/>
            <a:cxnLst/>
            <a:rect l="l" t="t" r="r" b="b"/>
            <a:pathLst>
              <a:path w="2440982" h="5063316">
                <a:moveTo>
                  <a:pt x="0" y="0"/>
                </a:moveTo>
                <a:lnTo>
                  <a:pt x="2440982" y="0"/>
                </a:lnTo>
                <a:lnTo>
                  <a:pt x="2440982" y="5063316"/>
                </a:lnTo>
                <a:lnTo>
                  <a:pt x="0" y="50633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104775" cap="sq">
            <a:solidFill>
              <a:srgbClr val="F3110E"/>
            </a:solidFill>
            <a:prstDash val="sysDot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 rot="-7127774">
            <a:off x="1008529" y="8081251"/>
            <a:ext cx="1571590" cy="445760"/>
          </a:xfrm>
          <a:custGeom>
            <a:avLst/>
            <a:gdLst/>
            <a:ahLst/>
            <a:cxnLst/>
            <a:rect l="l" t="t" r="r" b="b"/>
            <a:pathLst>
              <a:path w="1571590" h="445760">
                <a:moveTo>
                  <a:pt x="0" y="0"/>
                </a:moveTo>
                <a:lnTo>
                  <a:pt x="1571590" y="0"/>
                </a:lnTo>
                <a:lnTo>
                  <a:pt x="1571590" y="445760"/>
                </a:lnTo>
                <a:lnTo>
                  <a:pt x="0" y="445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 rot="-10800000">
            <a:off x="14099096" y="2748008"/>
            <a:ext cx="353403" cy="3085265"/>
          </a:xfrm>
          <a:custGeom>
            <a:avLst/>
            <a:gdLst/>
            <a:ahLst/>
            <a:cxnLst/>
            <a:rect l="l" t="t" r="r" b="b"/>
            <a:pathLst>
              <a:path w="353403" h="3085265">
                <a:moveTo>
                  <a:pt x="0" y="0"/>
                </a:moveTo>
                <a:lnTo>
                  <a:pt x="353403" y="0"/>
                </a:lnTo>
                <a:lnTo>
                  <a:pt x="353403" y="3085265"/>
                </a:lnTo>
                <a:lnTo>
                  <a:pt x="0" y="30852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11028833" y="1431005"/>
            <a:ext cx="3423665" cy="97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Référence </a:t>
            </a:r>
          </a:p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825kΩ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13267" y="2957076"/>
            <a:ext cx="2411020" cy="976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26C867"/>
                </a:solidFill>
                <a:latin typeface="Open Sans"/>
                <a:ea typeface="Open Sans"/>
                <a:cs typeface="Open Sans"/>
                <a:sym typeface="Open Sans"/>
              </a:rPr>
              <a:t>Watermark</a:t>
            </a:r>
          </a:p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⌉5kΩ;20kΩ⌈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13267" y="4339202"/>
            <a:ext cx="2411020" cy="976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26C867"/>
                </a:solidFill>
                <a:latin typeface="Open Sans"/>
                <a:ea typeface="Open Sans"/>
                <a:cs typeface="Open Sans"/>
                <a:sym typeface="Open Sans"/>
              </a:rPr>
              <a:t>Capteur4</a:t>
            </a:r>
          </a:p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⌉7kΩ;22kΩ⌈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13267" y="6116620"/>
            <a:ext cx="2411020" cy="97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Capteur2</a:t>
            </a:r>
          </a:p>
          <a:p>
            <a:pPr algn="ctr">
              <a:lnSpc>
                <a:spcPts val="3914"/>
              </a:lnSpc>
            </a:pPr>
            <a:r>
              <a:rPr lang="en-US" sz="27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⌉4kΩ;18kΩ⌈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04899" y="4043224"/>
            <a:ext cx="3393182" cy="422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4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Dans  le même bêcher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6070" y="9033438"/>
            <a:ext cx="334397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bruit de mesure</a:t>
            </a: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2599357" y="2716554"/>
            <a:ext cx="13089285" cy="4853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Mettre</a:t>
            </a:r>
            <a:r>
              <a:rPr lang="en-US" sz="92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les </a:t>
            </a:r>
            <a:r>
              <a:rPr lang="en-US" sz="9200" b="1" dirty="0" err="1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courbes</a:t>
            </a:r>
            <a:r>
              <a:rPr lang="en-US" sz="92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mesure des </a:t>
            </a:r>
            <a:r>
              <a:rPr lang="en-US" sz="9200" b="1" dirty="0" err="1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capteurs</a:t>
            </a:r>
            <a:r>
              <a:rPr lang="en-US" sz="92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dans la table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0" y="10096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3827115" y="4274503"/>
            <a:ext cx="10633770" cy="3199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Consommation</a:t>
            </a:r>
            <a:r>
              <a:rPr lang="en-US" sz="92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9200" b="1" dirty="0" err="1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énergétique</a:t>
            </a:r>
            <a:r>
              <a:rPr lang="en-US" sz="92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06288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447736" y="1028700"/>
            <a:ext cx="2956883" cy="3855176"/>
          </a:xfrm>
          <a:custGeom>
            <a:avLst/>
            <a:gdLst/>
            <a:ahLst/>
            <a:cxnLst/>
            <a:rect l="l" t="t" r="r" b="b"/>
            <a:pathLst>
              <a:path w="2956883" h="3855176">
                <a:moveTo>
                  <a:pt x="0" y="0"/>
                </a:moveTo>
                <a:lnTo>
                  <a:pt x="2956882" y="0"/>
                </a:lnTo>
                <a:lnTo>
                  <a:pt x="2956882" y="3855176"/>
                </a:lnTo>
                <a:lnTo>
                  <a:pt x="0" y="3855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1143000" y="1066800"/>
            <a:ext cx="4672709" cy="3987754"/>
          </a:xfrm>
          <a:custGeom>
            <a:avLst/>
            <a:gdLst/>
            <a:ahLst/>
            <a:cxnLst/>
            <a:rect l="l" t="t" r="r" b="b"/>
            <a:pathLst>
              <a:path w="4672709" h="3987754">
                <a:moveTo>
                  <a:pt x="0" y="0"/>
                </a:moveTo>
                <a:lnTo>
                  <a:pt x="4672709" y="0"/>
                </a:lnTo>
                <a:lnTo>
                  <a:pt x="4672709" y="3987754"/>
                </a:lnTo>
                <a:lnTo>
                  <a:pt x="0" y="3987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5" name="TextBox 5"/>
          <p:cNvSpPr txBox="1"/>
          <p:nvPr/>
        </p:nvSpPr>
        <p:spPr>
          <a:xfrm>
            <a:off x="6916589" y="-76200"/>
            <a:ext cx="2518668" cy="655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8"/>
              </a:lnSpc>
              <a:spcBef>
                <a:spcPct val="0"/>
              </a:spcBef>
            </a:pPr>
            <a:r>
              <a:rPr lang="en-US" sz="3806" b="1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Puissance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224999" y="6133230"/>
            <a:ext cx="1381423" cy="463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8"/>
              </a:lnSpc>
              <a:spcBef>
                <a:spcPct val="0"/>
              </a:spcBef>
            </a:pPr>
            <a:r>
              <a:rPr lang="en-US" sz="2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Rcap​→∞</a:t>
            </a:r>
          </a:p>
        </p:txBody>
      </p:sp>
      <p:sp>
        <p:nvSpPr>
          <p:cNvPr id="8" name="AutoShape 8"/>
          <p:cNvSpPr/>
          <p:nvPr/>
        </p:nvSpPr>
        <p:spPr>
          <a:xfrm>
            <a:off x="13336939" y="4744992"/>
            <a:ext cx="1307005" cy="10197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9" name="AutoShape 9"/>
          <p:cNvSpPr/>
          <p:nvPr/>
        </p:nvSpPr>
        <p:spPr>
          <a:xfrm flipH="1">
            <a:off x="12686218" y="4744992"/>
            <a:ext cx="650721" cy="922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9536010" y="6419800"/>
            <a:ext cx="3355490" cy="1321224"/>
          </a:xfrm>
          <a:custGeom>
            <a:avLst/>
            <a:gdLst/>
            <a:ahLst/>
            <a:cxnLst/>
            <a:rect l="l" t="t" r="r" b="b"/>
            <a:pathLst>
              <a:path w="3355490" h="1321224">
                <a:moveTo>
                  <a:pt x="0" y="0"/>
                </a:moveTo>
                <a:lnTo>
                  <a:pt x="3355489" y="0"/>
                </a:lnTo>
                <a:lnTo>
                  <a:pt x="3355489" y="1321224"/>
                </a:lnTo>
                <a:lnTo>
                  <a:pt x="0" y="1321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13953233" y="6763282"/>
            <a:ext cx="2858016" cy="977742"/>
          </a:xfrm>
          <a:custGeom>
            <a:avLst/>
            <a:gdLst/>
            <a:ahLst/>
            <a:cxnLst/>
            <a:rect l="l" t="t" r="r" b="b"/>
            <a:pathLst>
              <a:path w="2858016" h="977742">
                <a:moveTo>
                  <a:pt x="0" y="0"/>
                </a:moveTo>
                <a:lnTo>
                  <a:pt x="2858016" y="0"/>
                </a:lnTo>
                <a:lnTo>
                  <a:pt x="2858016" y="977742"/>
                </a:lnTo>
                <a:lnTo>
                  <a:pt x="0" y="9777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9834443" y="7657200"/>
            <a:ext cx="3057056" cy="695444"/>
          </a:xfrm>
          <a:custGeom>
            <a:avLst/>
            <a:gdLst/>
            <a:ahLst/>
            <a:cxnLst/>
            <a:rect l="l" t="t" r="r" b="b"/>
            <a:pathLst>
              <a:path w="3057056" h="695444">
                <a:moveTo>
                  <a:pt x="0" y="0"/>
                </a:moveTo>
                <a:lnTo>
                  <a:pt x="3057056" y="0"/>
                </a:lnTo>
                <a:lnTo>
                  <a:pt x="3057056" y="695445"/>
                </a:lnTo>
                <a:lnTo>
                  <a:pt x="0" y="6954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11213754" y="6133230"/>
            <a:ext cx="1334988" cy="463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8"/>
              </a:lnSpc>
              <a:spcBef>
                <a:spcPct val="0"/>
              </a:spcBef>
            </a:pPr>
            <a:r>
              <a:rPr lang="en-US" sz="2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Rcap​→0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97375" y="8324070"/>
            <a:ext cx="2994124" cy="61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3110E"/>
                </a:solidFill>
                <a:latin typeface="Open Sans"/>
                <a:ea typeface="Open Sans"/>
                <a:cs typeface="Open Sans"/>
                <a:sym typeface="Open Sans"/>
              </a:rPr>
              <a:t>Puissance max  par capteur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3110E"/>
                </a:solidFill>
                <a:latin typeface="Open Sans"/>
                <a:ea typeface="Open Sans"/>
                <a:cs typeface="Open Sans"/>
                <a:sym typeface="Open Sans"/>
              </a:rPr>
              <a:t>pour une lecture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70301" y="5707564"/>
            <a:ext cx="2357043" cy="431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Milieu </a:t>
            </a:r>
            <a:r>
              <a:rPr lang="en-US" sz="2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humide</a:t>
            </a:r>
            <a:endParaRPr lang="en-US" sz="25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183774" y="5749055"/>
            <a:ext cx="1839171" cy="431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Milieu sec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0A6E4712-0284-F82E-7EEE-4DAF9F137DED}"/>
              </a:ext>
            </a:extLst>
          </p:cNvPr>
          <p:cNvSpPr txBox="1"/>
          <p:nvPr/>
        </p:nvSpPr>
        <p:spPr>
          <a:xfrm>
            <a:off x="860926" y="6267473"/>
            <a:ext cx="8748276" cy="99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2"/>
              </a:lnSpc>
            </a:pPr>
            <a:r>
              <a:rPr lang="en-US" sz="2837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Gamme</a:t>
            </a:r>
            <a:r>
              <a:rPr lang="en-US" sz="2837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resistance des </a:t>
            </a:r>
            <a:r>
              <a:rPr lang="en-US" sz="2837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capteurs</a:t>
            </a:r>
            <a:r>
              <a:rPr lang="en-US" sz="2837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: </a:t>
            </a:r>
          </a:p>
          <a:p>
            <a:pPr algn="ctr">
              <a:lnSpc>
                <a:spcPts val="3972"/>
              </a:lnSpc>
            </a:pPr>
            <a:r>
              <a:rPr lang="en-US" sz="2837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1kohm à 1méga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/>
          <p:cNvSpPr txBox="1"/>
          <p:nvPr/>
        </p:nvSpPr>
        <p:spPr>
          <a:xfrm>
            <a:off x="7051224" y="3151"/>
            <a:ext cx="4512171" cy="755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6"/>
              </a:lnSpc>
            </a:pPr>
            <a:r>
              <a:rPr lang="en-US" sz="4368" b="1" u="sng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Puissance limite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944574" y="4041453"/>
            <a:ext cx="8343426" cy="4448458"/>
            <a:chOff x="0" y="0"/>
            <a:chExt cx="11124567" cy="5931277"/>
          </a:xfrm>
        </p:grpSpPr>
        <p:sp>
          <p:nvSpPr>
            <p:cNvPr id="4" name="Freeform 4"/>
            <p:cNvSpPr/>
            <p:nvPr/>
          </p:nvSpPr>
          <p:spPr>
            <a:xfrm>
              <a:off x="1580465" y="0"/>
              <a:ext cx="6177600" cy="3908736"/>
            </a:xfrm>
            <a:custGeom>
              <a:avLst/>
              <a:gdLst/>
              <a:ahLst/>
              <a:cxnLst/>
              <a:rect l="l" t="t" r="r" b="b"/>
              <a:pathLst>
                <a:path w="6177600" h="3908736">
                  <a:moveTo>
                    <a:pt x="0" y="0"/>
                  </a:moveTo>
                  <a:lnTo>
                    <a:pt x="6177600" y="0"/>
                  </a:lnTo>
                  <a:lnTo>
                    <a:pt x="6177600" y="3908736"/>
                  </a:lnTo>
                  <a:lnTo>
                    <a:pt x="0" y="3908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445111" y="4210348"/>
              <a:ext cx="2962349" cy="900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93"/>
                </a:lnSpc>
              </a:pPr>
              <a:r>
                <a:rPr lang="en-US" sz="413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pF(mbar)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887693"/>
              <a:ext cx="1381506" cy="900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93"/>
                </a:lnSpc>
              </a:pPr>
              <a:r>
                <a:rPr lang="en-US" sz="413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P(w)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226110"/>
              <a:ext cx="11124567" cy="705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69"/>
                </a:lnSpc>
              </a:pPr>
              <a:r>
                <a:rPr lang="en-US" sz="3192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Puissance d’un </a:t>
              </a:r>
              <a:r>
                <a:rPr lang="en-US" sz="3192" b="1" dirty="0" err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capteur</a:t>
              </a:r>
              <a:r>
                <a:rPr lang="en-US" sz="3192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192" b="1" dirty="0" err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</a:t>
              </a:r>
              <a:r>
                <a:rPr lang="en-US" sz="3192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192" b="1" dirty="0" err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fonction</a:t>
              </a:r>
              <a:r>
                <a:rPr lang="en-US" sz="3192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du pF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1028700"/>
            <a:ext cx="8748276" cy="7897004"/>
            <a:chOff x="0" y="0"/>
            <a:chExt cx="11664368" cy="10529339"/>
          </a:xfrm>
        </p:grpSpPr>
        <p:sp>
          <p:nvSpPr>
            <p:cNvPr id="9" name="Freeform 9"/>
            <p:cNvSpPr/>
            <p:nvPr/>
          </p:nvSpPr>
          <p:spPr>
            <a:xfrm>
              <a:off x="3755" y="0"/>
              <a:ext cx="11660613" cy="8907237"/>
            </a:xfrm>
            <a:custGeom>
              <a:avLst/>
              <a:gdLst/>
              <a:ahLst/>
              <a:cxnLst/>
              <a:rect l="l" t="t" r="r" b="b"/>
              <a:pathLst>
                <a:path w="11660613" h="8907237">
                  <a:moveTo>
                    <a:pt x="0" y="0"/>
                  </a:moveTo>
                  <a:lnTo>
                    <a:pt x="11660613" y="0"/>
                  </a:lnTo>
                  <a:lnTo>
                    <a:pt x="11660613" y="8907237"/>
                  </a:lnTo>
                  <a:lnTo>
                    <a:pt x="0" y="8907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233823"/>
              <a:ext cx="11664368" cy="1295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72"/>
                </a:lnSpc>
              </a:pPr>
              <a:r>
                <a:rPr lang="en-US" sz="2837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Puissance d’un </a:t>
              </a:r>
              <a:r>
                <a:rPr lang="en-US" sz="2837" b="1" dirty="0" err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capteur</a:t>
              </a:r>
              <a:r>
                <a:rPr lang="en-US" sz="2837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2837" b="1" dirty="0" err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</a:t>
              </a:r>
              <a:r>
                <a:rPr lang="en-US" sz="2837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2837" b="1" dirty="0" err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fonction</a:t>
              </a:r>
              <a:r>
                <a:rPr lang="en-US" sz="2837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de la resistance </a:t>
              </a:r>
              <a:r>
                <a:rPr lang="en-US" sz="2837" b="1" dirty="0" err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capteur</a:t>
              </a:r>
              <a:endParaRPr lang="en-US" sz="2837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1432939" y="0"/>
            <a:ext cx="4672709" cy="1582692"/>
          </a:xfrm>
          <a:custGeom>
            <a:avLst/>
            <a:gdLst/>
            <a:ahLst/>
            <a:cxnLst/>
            <a:rect l="l" t="t" r="r" b="b"/>
            <a:pathLst>
              <a:path w="4672709" h="1582692">
                <a:moveTo>
                  <a:pt x="0" y="0"/>
                </a:moveTo>
                <a:lnTo>
                  <a:pt x="4672709" y="0"/>
                </a:lnTo>
                <a:lnTo>
                  <a:pt x="4672709" y="1582692"/>
                </a:lnTo>
                <a:lnTo>
                  <a:pt x="0" y="15826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50721" b="-123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11030096" y="1765703"/>
            <a:ext cx="1389459" cy="596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Rcap≈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97368" y="1765703"/>
            <a:ext cx="3109615" cy="596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0;....;101.8 MΩ </a:t>
            </a:r>
          </a:p>
        </p:txBody>
      </p:sp>
      <p:graphicFrame>
        <p:nvGraphicFramePr>
          <p:cNvPr id="16" name="Graphique 15">
            <a:extLst>
              <a:ext uri="{FF2B5EF4-FFF2-40B4-BE49-F238E27FC236}">
                <a16:creationId xmlns:a16="http://schemas.microsoft.com/office/drawing/2014/main" id="{44710BE2-DBB7-46FE-B509-8CE58C21CB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8172293"/>
              </p:ext>
            </p:extLst>
          </p:nvPr>
        </p:nvGraphicFramePr>
        <p:xfrm>
          <a:off x="8962626" y="1527900"/>
          <a:ext cx="6633210" cy="4229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5568007" y="1443673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0" y="3052334"/>
            <a:ext cx="8230546" cy="6455403"/>
            <a:chOff x="0" y="0"/>
            <a:chExt cx="2167716" cy="17001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67716" cy="1700188"/>
            </a:xfrm>
            <a:custGeom>
              <a:avLst/>
              <a:gdLst/>
              <a:ahLst/>
              <a:cxnLst/>
              <a:rect l="l" t="t" r="r" b="b"/>
              <a:pathLst>
                <a:path w="2167716" h="1700188">
                  <a:moveTo>
                    <a:pt x="49854" y="0"/>
                  </a:moveTo>
                  <a:lnTo>
                    <a:pt x="2117862" y="0"/>
                  </a:lnTo>
                  <a:cubicBezTo>
                    <a:pt x="2131084" y="0"/>
                    <a:pt x="2143765" y="5252"/>
                    <a:pt x="2153114" y="14602"/>
                  </a:cubicBezTo>
                  <a:cubicBezTo>
                    <a:pt x="2162464" y="23951"/>
                    <a:pt x="2167716" y="36632"/>
                    <a:pt x="2167716" y="49854"/>
                  </a:cubicBezTo>
                  <a:lnTo>
                    <a:pt x="2167716" y="1650335"/>
                  </a:lnTo>
                  <a:cubicBezTo>
                    <a:pt x="2167716" y="1677868"/>
                    <a:pt x="2145396" y="1700188"/>
                    <a:pt x="2117862" y="1700188"/>
                  </a:cubicBezTo>
                  <a:lnTo>
                    <a:pt x="49854" y="1700188"/>
                  </a:lnTo>
                  <a:cubicBezTo>
                    <a:pt x="36632" y="1700188"/>
                    <a:pt x="23951" y="1694936"/>
                    <a:pt x="14602" y="1685587"/>
                  </a:cubicBezTo>
                  <a:cubicBezTo>
                    <a:pt x="5252" y="1676237"/>
                    <a:pt x="0" y="1663557"/>
                    <a:pt x="0" y="1650335"/>
                  </a:cubicBezTo>
                  <a:lnTo>
                    <a:pt x="0" y="49854"/>
                  </a:lnTo>
                  <a:cubicBezTo>
                    <a:pt x="0" y="36632"/>
                    <a:pt x="5252" y="23951"/>
                    <a:pt x="14602" y="14602"/>
                  </a:cubicBezTo>
                  <a:cubicBezTo>
                    <a:pt x="23951" y="5252"/>
                    <a:pt x="36632" y="0"/>
                    <a:pt x="49854" y="0"/>
                  </a:cubicBezTo>
                  <a:close/>
                </a:path>
              </a:pathLst>
            </a:custGeom>
            <a:solidFill>
              <a:srgbClr val="FDFE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67716" cy="1747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622010" y="537527"/>
            <a:ext cx="1038423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Bilan Energétique des capteurs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0405" y="3190857"/>
            <a:ext cx="7960141" cy="6075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6"/>
              </a:lnSpc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puissance d’un capteur est de : </a:t>
            </a:r>
          </a:p>
          <a:p>
            <a:pPr algn="l">
              <a:lnSpc>
                <a:spcPts val="4826"/>
              </a:lnSpc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P = 25.25 μW</a:t>
            </a:r>
          </a:p>
          <a:p>
            <a:pPr algn="l">
              <a:lnSpc>
                <a:spcPts val="4826"/>
              </a:lnSpc>
            </a:pPr>
            <a:endParaRPr lang="en-US" sz="3447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44311" lvl="1" indent="-372155" algn="l">
              <a:lnSpc>
                <a:spcPts val="4826"/>
              </a:lnSpc>
              <a:buFont typeface="Arial"/>
              <a:buChar char="•"/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une acquisition de donnée:</a:t>
            </a:r>
          </a:p>
          <a:p>
            <a:pPr algn="l">
              <a:lnSpc>
                <a:spcPts val="4826"/>
              </a:lnSpc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T = 10 ms</a:t>
            </a:r>
          </a:p>
          <a:p>
            <a:pPr algn="l">
              <a:lnSpc>
                <a:spcPts val="4826"/>
              </a:lnSpc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E = 25.25 × 0.01 ≈ 0.2525 μj</a:t>
            </a:r>
          </a:p>
          <a:p>
            <a:pPr algn="l">
              <a:lnSpc>
                <a:spcPts val="4826"/>
              </a:lnSpc>
            </a:pPr>
            <a:endParaRPr lang="en-US" sz="3447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44311" lvl="1" indent="-372155" algn="l">
              <a:lnSpc>
                <a:spcPts val="4826"/>
              </a:lnSpc>
              <a:buFont typeface="Arial"/>
              <a:buChar char="•"/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5OO acquisitions de donnée:</a:t>
            </a:r>
          </a:p>
          <a:p>
            <a:pPr algn="l">
              <a:lnSpc>
                <a:spcPts val="4826"/>
              </a:lnSpc>
              <a:spcBef>
                <a:spcPct val="0"/>
              </a:spcBef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T = 5.161 s</a:t>
            </a:r>
          </a:p>
          <a:p>
            <a:pPr algn="ctr">
              <a:lnSpc>
                <a:spcPts val="4826"/>
              </a:lnSpc>
              <a:spcBef>
                <a:spcPct val="0"/>
              </a:spcBef>
            </a:pPr>
            <a:r>
              <a:rPr lang="en-US" sz="3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 = 25.25 × 5.161 ≈ </a:t>
            </a:r>
            <a:r>
              <a:rPr lang="en-US" sz="3447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130 μj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470906" y="3052334"/>
            <a:ext cx="9817094" cy="5519743"/>
            <a:chOff x="0" y="0"/>
            <a:chExt cx="2585572" cy="14537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85572" cy="1453759"/>
            </a:xfrm>
            <a:custGeom>
              <a:avLst/>
              <a:gdLst/>
              <a:ahLst/>
              <a:cxnLst/>
              <a:rect l="l" t="t" r="r" b="b"/>
              <a:pathLst>
                <a:path w="2585572" h="1453759">
                  <a:moveTo>
                    <a:pt x="64667" y="0"/>
                  </a:moveTo>
                  <a:lnTo>
                    <a:pt x="2520905" y="0"/>
                  </a:lnTo>
                  <a:cubicBezTo>
                    <a:pt x="2538056" y="0"/>
                    <a:pt x="2554504" y="6813"/>
                    <a:pt x="2566632" y="18940"/>
                  </a:cubicBezTo>
                  <a:cubicBezTo>
                    <a:pt x="2578759" y="31068"/>
                    <a:pt x="2585572" y="47516"/>
                    <a:pt x="2585572" y="64667"/>
                  </a:cubicBezTo>
                  <a:lnTo>
                    <a:pt x="2585572" y="1389093"/>
                  </a:lnTo>
                  <a:cubicBezTo>
                    <a:pt x="2585572" y="1406244"/>
                    <a:pt x="2578759" y="1422692"/>
                    <a:pt x="2566632" y="1434819"/>
                  </a:cubicBezTo>
                  <a:cubicBezTo>
                    <a:pt x="2554504" y="1446946"/>
                    <a:pt x="2538056" y="1453759"/>
                    <a:pt x="2520905" y="1453759"/>
                  </a:cubicBezTo>
                  <a:lnTo>
                    <a:pt x="64667" y="1453759"/>
                  </a:lnTo>
                  <a:cubicBezTo>
                    <a:pt x="47516" y="1453759"/>
                    <a:pt x="31068" y="1446946"/>
                    <a:pt x="18940" y="1434819"/>
                  </a:cubicBezTo>
                  <a:cubicBezTo>
                    <a:pt x="6813" y="1422692"/>
                    <a:pt x="0" y="1406244"/>
                    <a:pt x="0" y="1389093"/>
                  </a:cubicBezTo>
                  <a:lnTo>
                    <a:pt x="0" y="64667"/>
                  </a:lnTo>
                  <a:cubicBezTo>
                    <a:pt x="0" y="47516"/>
                    <a:pt x="6813" y="31068"/>
                    <a:pt x="18940" y="18940"/>
                  </a:cubicBezTo>
                  <a:cubicBezTo>
                    <a:pt x="31068" y="6813"/>
                    <a:pt x="47516" y="0"/>
                    <a:pt x="64667" y="0"/>
                  </a:cubicBezTo>
                  <a:close/>
                </a:path>
              </a:pathLst>
            </a:custGeom>
            <a:solidFill>
              <a:srgbClr val="FDFE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585572" cy="15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2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814127" y="3126073"/>
            <a:ext cx="9473873" cy="369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3271" lvl="1" indent="-381635" algn="l">
              <a:lnSpc>
                <a:spcPts val="4949"/>
              </a:lnSpc>
              <a:buFont typeface="Arial"/>
              <a:buChar char="•"/>
            </a:pPr>
            <a:r>
              <a:rPr lang="en-US" sz="353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</a:t>
            </a:r>
            <a:r>
              <a:rPr lang="en-US" sz="3535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huit</a:t>
            </a:r>
            <a:r>
              <a:rPr lang="en-US" sz="353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35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capteurs</a:t>
            </a:r>
            <a:r>
              <a:rPr lang="en-US" sz="353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= 8 × 130 ≈ </a:t>
            </a:r>
            <a:r>
              <a:rPr lang="en-US" sz="353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1042 </a:t>
            </a:r>
            <a:r>
              <a:rPr lang="en-US" sz="353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μJ</a:t>
            </a:r>
            <a:endParaRPr lang="en-US" sz="3535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4949"/>
              </a:lnSpc>
              <a:spcBef>
                <a:spcPct val="0"/>
              </a:spcBef>
            </a:pPr>
            <a:endParaRPr lang="en-US" sz="3535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763271" lvl="1" indent="-381635" algn="ctr">
              <a:lnSpc>
                <a:spcPts val="4949"/>
              </a:lnSpc>
              <a:buFont typeface="Arial"/>
              <a:buChar char="•"/>
            </a:pPr>
            <a:r>
              <a:rPr lang="en-US" sz="353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Une mesure </a:t>
            </a:r>
            <a:r>
              <a:rPr lang="en-US" sz="3535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</a:t>
            </a:r>
            <a:r>
              <a:rPr lang="en-US" sz="353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35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effectuée</a:t>
            </a:r>
            <a:r>
              <a:rPr lang="en-US" sz="353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35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toutes</a:t>
            </a:r>
            <a:r>
              <a:rPr lang="en-US" sz="353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les </a:t>
            </a:r>
            <a:r>
              <a:rPr lang="en-US" sz="3535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heures</a:t>
            </a:r>
            <a:r>
              <a:rPr lang="en-US" sz="353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: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 = 3600 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49594" y="1758032"/>
            <a:ext cx="7129066" cy="1082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8"/>
              </a:lnSpc>
              <a:spcBef>
                <a:spcPct val="0"/>
              </a:spcBef>
            </a:pPr>
            <a:r>
              <a:rPr lang="en-US" sz="30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L´énergie consommée est donnée par :</a:t>
            </a:r>
          </a:p>
          <a:p>
            <a:pPr algn="ctr">
              <a:lnSpc>
                <a:spcPts val="4538"/>
              </a:lnSpc>
              <a:spcBef>
                <a:spcPct val="0"/>
              </a:spcBef>
            </a:pPr>
            <a:r>
              <a:rPr lang="en-US" sz="324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E(j) = P(w) × t(s)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89226" y="7093927"/>
            <a:ext cx="3884216" cy="1348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48"/>
              </a:lnSpc>
              <a:spcBef>
                <a:spcPct val="0"/>
              </a:spcBef>
            </a:pPr>
            <a:r>
              <a:rPr lang="en-US" sz="3892" b="1">
                <a:solidFill>
                  <a:srgbClr val="F3110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Pmoy = E(j)/T(s) </a:t>
            </a:r>
          </a:p>
          <a:p>
            <a:pPr algn="ctr">
              <a:lnSpc>
                <a:spcPts val="5448"/>
              </a:lnSpc>
              <a:spcBef>
                <a:spcPct val="0"/>
              </a:spcBef>
            </a:pPr>
            <a:r>
              <a:rPr lang="en-US" sz="3892" b="1">
                <a:solidFill>
                  <a:srgbClr val="F3110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≈ 0.290 μW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416095" y="1063916"/>
            <a:ext cx="7727905" cy="5763688"/>
          </a:xfrm>
          <a:custGeom>
            <a:avLst/>
            <a:gdLst/>
            <a:ahLst/>
            <a:cxnLst/>
            <a:rect l="l" t="t" r="r" b="b"/>
            <a:pathLst>
              <a:path w="7727905" h="5763688">
                <a:moveTo>
                  <a:pt x="0" y="0"/>
                </a:moveTo>
                <a:lnTo>
                  <a:pt x="7727905" y="0"/>
                </a:lnTo>
                <a:lnTo>
                  <a:pt x="7727905" y="5763687"/>
                </a:lnTo>
                <a:lnTo>
                  <a:pt x="0" y="5763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4471205" y="7082604"/>
            <a:ext cx="10221808" cy="2529676"/>
            <a:chOff x="0" y="0"/>
            <a:chExt cx="13629078" cy="3372901"/>
          </a:xfrm>
        </p:grpSpPr>
        <p:sp>
          <p:nvSpPr>
            <p:cNvPr id="5" name="Freeform 5"/>
            <p:cNvSpPr/>
            <p:nvPr/>
          </p:nvSpPr>
          <p:spPr>
            <a:xfrm>
              <a:off x="3281845" y="1478822"/>
              <a:ext cx="4666659" cy="1465702"/>
            </a:xfrm>
            <a:custGeom>
              <a:avLst/>
              <a:gdLst/>
              <a:ahLst/>
              <a:cxnLst/>
              <a:rect l="l" t="t" r="r" b="b"/>
              <a:pathLst>
                <a:path w="4666659" h="1465702">
                  <a:moveTo>
                    <a:pt x="0" y="0"/>
                  </a:moveTo>
                  <a:lnTo>
                    <a:pt x="4666659" y="0"/>
                  </a:lnTo>
                  <a:lnTo>
                    <a:pt x="4666659" y="1465702"/>
                  </a:lnTo>
                  <a:lnTo>
                    <a:pt x="0" y="1465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943939" y="518908"/>
              <a:ext cx="5004565" cy="8348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06"/>
                </a:lnSpc>
                <a:spcBef>
                  <a:spcPct val="0"/>
                </a:spcBef>
              </a:pPr>
              <a:r>
                <a:rPr lang="en-US" sz="3718">
                  <a:solidFill>
                    <a:srgbClr val="E7191F"/>
                  </a:solidFill>
                  <a:latin typeface="Open Sans"/>
                  <a:ea typeface="Open Sans"/>
                  <a:cs typeface="Open Sans"/>
                  <a:sym typeface="Open Sans"/>
                </a:rPr>
                <a:t>1710j</a:t>
              </a:r>
              <a:r>
                <a:rPr lang="en-US" sz="371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&gt;&gt;&gt;</a:t>
              </a:r>
              <a:r>
                <a:rPr lang="en-US" sz="3718">
                  <a:solidFill>
                    <a:srgbClr val="26C867"/>
                  </a:solidFill>
                  <a:latin typeface="Open Sans"/>
                  <a:ea typeface="Open Sans"/>
                  <a:cs typeface="Open Sans"/>
                  <a:sym typeface="Open Sans"/>
                </a:rPr>
                <a:t>1042 μJ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629078" cy="5148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72"/>
                </a:lnSpc>
                <a:spcBef>
                  <a:spcPct val="0"/>
                </a:spcBef>
              </a:pPr>
              <a:r>
                <a:rPr lang="en-US" sz="2123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La </a:t>
              </a:r>
              <a:r>
                <a:rPr lang="en-US" sz="2123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consommation</a:t>
              </a:r>
              <a:r>
                <a:rPr lang="en-US" sz="2123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 de la carte est </a:t>
              </a:r>
              <a:r>
                <a:rPr lang="en-US" sz="2123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nettement</a:t>
              </a:r>
              <a:r>
                <a:rPr lang="en-US" sz="2123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 supérieure à </a:t>
              </a:r>
              <a:r>
                <a:rPr lang="en-US" sz="2123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celle</a:t>
              </a:r>
              <a:r>
                <a:rPr lang="en-US" sz="2123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 utilisée par les </a:t>
              </a:r>
              <a:r>
                <a:rPr lang="en-US" sz="2123" i="1" dirty="0" err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capteurs</a:t>
              </a:r>
              <a:r>
                <a:rPr lang="en-US" sz="2123" i="1" dirty="0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.</a:t>
              </a:r>
            </a:p>
            <a:p>
              <a:pPr algn="ctr">
                <a:lnSpc>
                  <a:spcPts val="65"/>
                </a:lnSpc>
                <a:spcBef>
                  <a:spcPct val="0"/>
                </a:spcBef>
              </a:pPr>
              <a:endParaRPr lang="en-US" sz="2123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13519" y="2906424"/>
              <a:ext cx="10120835" cy="4664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63"/>
                </a:lnSpc>
                <a:spcBef>
                  <a:spcPct val="0"/>
                </a:spcBef>
              </a:pPr>
              <a:r>
                <a:rPr lang="en-US" sz="211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1710 J est environ 1,64 million de fois plus grand que 1042 µJ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0481127" y="-350333"/>
            <a:ext cx="5970671" cy="5970671"/>
          </a:xfrm>
          <a:custGeom>
            <a:avLst/>
            <a:gdLst/>
            <a:ahLst/>
            <a:cxnLst/>
            <a:rect l="l" t="t" r="r" b="b"/>
            <a:pathLst>
              <a:path w="5970671" h="5970671">
                <a:moveTo>
                  <a:pt x="0" y="0"/>
                </a:moveTo>
                <a:lnTo>
                  <a:pt x="5970670" y="0"/>
                </a:lnTo>
                <a:lnTo>
                  <a:pt x="5970670" y="5970670"/>
                </a:lnTo>
                <a:lnTo>
                  <a:pt x="0" y="59706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045928" y="226351"/>
            <a:ext cx="1019614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Bilan Energétique de la carte Méga 2560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34821" y="5056588"/>
            <a:ext cx="4663281" cy="1771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 = 3600 s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 = 0.095 *5V = 0,475W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 = 0,475× 3600 ≈ </a:t>
            </a:r>
            <a:r>
              <a:rPr lang="en-US" sz="3399">
                <a:solidFill>
                  <a:srgbClr val="E7191F"/>
                </a:solidFill>
                <a:latin typeface="Lora"/>
                <a:ea typeface="Lora"/>
                <a:cs typeface="Lora"/>
                <a:sym typeface="Lora"/>
              </a:rPr>
              <a:t>1710</a:t>
            </a:r>
            <a:r>
              <a:rPr lang="en-US" sz="3399">
                <a:solidFill>
                  <a:srgbClr val="F3110E"/>
                </a:solidFill>
                <a:latin typeface="Lora"/>
                <a:ea typeface="Lora"/>
                <a:cs typeface="Lora"/>
                <a:sym typeface="Lora"/>
              </a:rPr>
              <a:t>j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85EA6-546C-8E97-4F53-243150AC8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BE69EDF6-D69B-9B74-EA72-ED9996A81A46}"/>
              </a:ext>
            </a:extLst>
          </p:cNvPr>
          <p:cNvSpPr/>
          <p:nvPr/>
        </p:nvSpPr>
        <p:spPr>
          <a:xfrm>
            <a:off x="257293" y="1061495"/>
            <a:ext cx="18288000" cy="0"/>
          </a:xfrm>
          <a:prstGeom prst="line">
            <a:avLst/>
          </a:prstGeom>
          <a:ln w="19050" cap="flat">
            <a:solidFill>
              <a:srgbClr val="14131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4CE2EBB-1286-E44F-086E-2E3F139A1D61}"/>
              </a:ext>
            </a:extLst>
          </p:cNvPr>
          <p:cNvSpPr txBox="1"/>
          <p:nvPr/>
        </p:nvSpPr>
        <p:spPr>
          <a:xfrm>
            <a:off x="6705600" y="379091"/>
            <a:ext cx="9153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indent="-1028700">
              <a:buFont typeface="+mj-lt"/>
              <a:buAutoNum type="arabicPeriod"/>
            </a:pPr>
            <a:r>
              <a:rPr lang="fr-FR" sz="3600" b="1" dirty="0">
                <a:solidFill>
                  <a:srgbClr val="14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Contexte de l‘étude</a:t>
            </a:r>
          </a:p>
        </p:txBody>
      </p:sp>
    </p:spTree>
    <p:extLst>
      <p:ext uri="{BB962C8B-B14F-4D97-AF65-F5344CB8AC3E}">
        <p14:creationId xmlns:p14="http://schemas.microsoft.com/office/powerpoint/2010/main" val="2417104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6207</TotalTime>
  <Words>1882</Words>
  <Application>Microsoft Office PowerPoint</Application>
  <PresentationFormat>Personnalisé</PresentationFormat>
  <Paragraphs>392</Paragraphs>
  <Slides>47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7" baseType="lpstr">
      <vt:lpstr>Cambria Math</vt:lpstr>
      <vt:lpstr>Calibri</vt:lpstr>
      <vt:lpstr>Open Sans</vt:lpstr>
      <vt:lpstr>Arial</vt:lpstr>
      <vt:lpstr>Open Sans Bold</vt:lpstr>
      <vt:lpstr>Open Sans Italics</vt:lpstr>
      <vt:lpstr>Lora</vt:lpstr>
      <vt:lpstr>Open Sans Bold Italics</vt:lpstr>
      <vt:lpstr>Aptos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Énergétique</dc:title>
  <dc:creator>Djibril Ba</dc:creator>
  <cp:lastModifiedBy>Djibril Ba</cp:lastModifiedBy>
  <cp:revision>12</cp:revision>
  <dcterms:created xsi:type="dcterms:W3CDTF">2006-08-16T00:00:00Z</dcterms:created>
  <dcterms:modified xsi:type="dcterms:W3CDTF">2026-07-08T12:18:35Z</dcterms:modified>
  <dc:identifier>DAHMJh1D_5A</dc:identifier>
</cp:coreProperties>
</file>