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61AF91-509F-10D2-A8E7-91AC74FE53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278024-5EFD-7CBF-D653-F1E9A1ED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D57F0F-247A-AA1F-465B-02BF8A768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C3EC-B6B7-4004-94CA-D85EC8667D37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B43372-63EF-AC6E-C55F-C3247F9C7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4C7EA5-B4F3-9BA6-088A-139344AEE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BDE6-9844-4E0F-B36A-767AC2E3450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8575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695E3D-A9BC-774E-D399-5D00264D2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0111AC-C5BF-ECB8-48E9-B2EE0707A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505DE4-39D8-47F0-E86E-A967339C5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C3EC-B6B7-4004-94CA-D85EC8667D37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3D352D-F33D-58B4-FAC6-3AF55FA46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73A92E-7315-214F-AF82-B6EDFC24B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BDE6-9844-4E0F-B36A-767AC2E3450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9436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3941A6-BFB5-0565-0ECB-BC64472FC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A0E5915-9DB1-7261-5342-DCEBF3952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4A61F1-EF16-0D7B-BF71-E04ED2572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C3EC-B6B7-4004-94CA-D85EC8667D37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53420B-92BC-8676-0D9A-D30ECA6AA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AFD6593-339E-9D8A-CF64-F274802A4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BDE6-9844-4E0F-B36A-767AC2E3450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8334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4F439B-A082-A6EA-95B3-0FFC7EC57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2079AC-41AF-33D7-1208-7AC59F7A05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9ABB0C-0401-32FB-4D6F-472B03ED2E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CB7B2C9-CD42-2E51-0621-51E6ABA16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C3EC-B6B7-4004-94CA-D85EC8667D37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6ACEBC9-FC13-61CD-BF4C-CF0D6B7EF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1F409A9-F190-1E17-E9F9-D7E49B855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BDE6-9844-4E0F-B36A-767AC2E3450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9903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6AB9D1-167E-2C1C-6D06-9A3FE735E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69E90EA-DCD6-4F8F-74C5-FC5D35200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CA47C0D-A383-42EC-E0A0-C00B06894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6065DA1-2DCD-DE7C-F0DC-982DF96A48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0D9421F-0CF7-B36C-0FCB-3BDF89766D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960C302-B05A-8B29-29B7-F5C15FC47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C3EC-B6B7-4004-94CA-D85EC8667D37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DACC873-1903-C2A8-516B-9E17C3F2D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35FD066-63C3-2713-4F27-1186720CF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BDE6-9844-4E0F-B36A-767AC2E3450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464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FEA13B-E180-49DE-1AAC-AB472A7C3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8AE988F-AD12-6CD1-4B0B-F0FD697AB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C3EC-B6B7-4004-94CA-D85EC8667D37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C98552C-2B09-2FE2-9EF4-CFB254996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19B88AF-BD7F-0164-C0E1-02DD05273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BDE6-9844-4E0F-B36A-767AC2E3450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4639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1CB7C64-93B2-3837-9225-DDCC5C1DA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C3EC-B6B7-4004-94CA-D85EC8667D37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B3D68E9-7EF3-7096-B337-6DA8047D9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4F4E3D-DCD0-820A-688B-267E453E4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BDE6-9844-4E0F-B36A-767AC2E3450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724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C0572D-BF5B-E4D8-A214-EEB4607BD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12B47B-9BCF-C799-0E3C-E87345DEA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8B1A9AF-0E0F-2722-1C7E-BD9103CC8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512A6A4-6F6B-3C46-F850-68701AA44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C3EC-B6B7-4004-94CA-D85EC8667D37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482CF74-A436-5A80-4761-F437D63D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38C59E6-9E77-0BF1-3F56-06489F21E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BDE6-9844-4E0F-B36A-767AC2E3450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250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D22E5-BFDE-2896-C536-441360F84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B81597C-4F3B-EB7A-C1DB-EA2A0CA17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9DFD5B8-7F9E-2670-9335-F662CF763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5CD23F9-E012-4B7C-CCF3-9FFC8436A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C3EC-B6B7-4004-94CA-D85EC8667D37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604A12-4903-DBBC-2134-339C26633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A804363-D0D3-D206-5347-9A7934D00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BDE6-9844-4E0F-B36A-767AC2E3450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866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E81DA5-8341-EC7A-C828-F78D8288E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1A3040D-262C-923C-2662-A3D0E71C7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4A6665-30C1-B352-9BB8-CD4A189F4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C3EC-B6B7-4004-94CA-D85EC8667D37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A430FD-7B3C-109D-C3FD-DF0332BF1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29BF4D-8F32-AAA4-58CD-5245AEB6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BDE6-9844-4E0F-B36A-767AC2E3450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28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BAAC683-CF71-2022-F41A-F552F8737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28E2C6E-FB73-BD36-ECBC-AAD3E48A9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B37C48-C8EF-3D6E-2A6E-FC23A5E3A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C3EC-B6B7-4004-94CA-D85EC8667D37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47BA8A-EDD7-8F8C-F78D-B2FBA1235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3F78AA-DE4F-0D52-31F9-3FE187D40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9BDE6-9844-4E0F-B36A-767AC2E3450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5372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8229D72-C686-2BE0-8DB3-BAD4CCDFF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5186A89-609E-6580-7CE5-F68C88581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50E5A5-BD6B-23DE-5DF2-87F33F20E2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DC3EC-B6B7-4004-94CA-D85EC8667D37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C10613-2FA3-3AE4-536E-CD8BB703BB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CE2233-577F-B5E9-9FB9-95040A7B94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9BDE6-9844-4E0F-B36A-767AC2E3450A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3412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43F69597-BCE2-30CF-FA86-B9ECB255DC3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9214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u="sng"/>
              <a:t>Évolution du capteur : </a:t>
            </a:r>
            <a:endParaRPr lang="fr-FR" u="sng" dirty="0"/>
          </a:p>
        </p:txBody>
      </p:sp>
      <p:pic>
        <p:nvPicPr>
          <p:cNvPr id="5" name="Espace réservé du contenu 4" descr="Une image contenant câble, intérieur&#10;&#10;Description générée automatiquement">
            <a:extLst>
              <a:ext uri="{FF2B5EF4-FFF2-40B4-BE49-F238E27FC236}">
                <a16:creationId xmlns:a16="http://schemas.microsoft.com/office/drawing/2014/main" id="{12C4700B-80DD-942A-A887-092B4424D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63" y="1277607"/>
            <a:ext cx="1110348" cy="1477328"/>
          </a:xfrm>
          <a:prstGeom prst="rect">
            <a:avLst/>
          </a:prstGeom>
        </p:spPr>
      </p:pic>
      <p:pic>
        <p:nvPicPr>
          <p:cNvPr id="6" name="Image 5" descr="Une image contenant règle, outil, cylindre, intérieur&#10;&#10;Description générée automatiquement">
            <a:extLst>
              <a:ext uri="{FF2B5EF4-FFF2-40B4-BE49-F238E27FC236}">
                <a16:creationId xmlns:a16="http://schemas.microsoft.com/office/drawing/2014/main" id="{F70A45B5-BCE4-3E1D-9393-139547362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521" y="1277607"/>
            <a:ext cx="1110348" cy="1477328"/>
          </a:xfrm>
          <a:prstGeom prst="rect">
            <a:avLst/>
          </a:prstGeom>
        </p:spPr>
      </p:pic>
      <p:pic>
        <p:nvPicPr>
          <p:cNvPr id="7" name="Image 6" descr="Une image contenant câble, cylindre, fils électriques, intérieur&#10;&#10;Description générée automatiquement">
            <a:extLst>
              <a:ext uri="{FF2B5EF4-FFF2-40B4-BE49-F238E27FC236}">
                <a16:creationId xmlns:a16="http://schemas.microsoft.com/office/drawing/2014/main" id="{DEB8839A-BA17-7210-ADD2-26B66A312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779" y="1277607"/>
            <a:ext cx="1110348" cy="1477328"/>
          </a:xfrm>
          <a:prstGeom prst="rect">
            <a:avLst/>
          </a:prstGeom>
        </p:spPr>
      </p:pic>
      <p:pic>
        <p:nvPicPr>
          <p:cNvPr id="8" name="Image 7" descr="Une image contenant cylindre, outil, règle, intérieur&#10;&#10;Description générée automatiquement">
            <a:extLst>
              <a:ext uri="{FF2B5EF4-FFF2-40B4-BE49-F238E27FC236}">
                <a16:creationId xmlns:a16="http://schemas.microsoft.com/office/drawing/2014/main" id="{A1CE5324-0B92-BB82-0420-2BF593FAAD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2037" y="1277607"/>
            <a:ext cx="1119758" cy="1477328"/>
          </a:xfrm>
          <a:prstGeom prst="rect">
            <a:avLst/>
          </a:prstGeom>
        </p:spPr>
      </p:pic>
      <p:pic>
        <p:nvPicPr>
          <p:cNvPr id="9" name="Image 8" descr="Une image contenant texte, cylindre, outil, règle&#10;&#10;Description générée automatiquement">
            <a:extLst>
              <a:ext uri="{FF2B5EF4-FFF2-40B4-BE49-F238E27FC236}">
                <a16:creationId xmlns:a16="http://schemas.microsoft.com/office/drawing/2014/main" id="{5B1F07F4-0332-7E32-FF7A-CCF624BB7B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5964" y="1277607"/>
            <a:ext cx="1110627" cy="1477698"/>
          </a:xfrm>
          <a:prstGeom prst="rect">
            <a:avLst/>
          </a:prstGeom>
        </p:spPr>
      </p:pic>
      <p:pic>
        <p:nvPicPr>
          <p:cNvPr id="10" name="Image 9" descr="Une image contenant règle, cylindre, outil, intérieur&#10;&#10;Description générée automatiquement">
            <a:extLst>
              <a:ext uri="{FF2B5EF4-FFF2-40B4-BE49-F238E27FC236}">
                <a16:creationId xmlns:a16="http://schemas.microsoft.com/office/drawing/2014/main" id="{BA488EF0-E1A8-61D0-C60C-043E0A141A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8705" y="1277607"/>
            <a:ext cx="1110348" cy="1477328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4090CEB7-D3B1-59C8-2706-7515DA56B604}"/>
              </a:ext>
            </a:extLst>
          </p:cNvPr>
          <p:cNvSpPr txBox="1"/>
          <p:nvPr/>
        </p:nvSpPr>
        <p:spPr>
          <a:xfrm>
            <a:off x="479983" y="2754935"/>
            <a:ext cx="96469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V0.0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dirty="0"/>
              <a:t>Argile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dirty="0"/>
              <a:t>Cuivre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FFC1BE0-4A1D-3426-53D1-330600CCD55C}"/>
              </a:ext>
            </a:extLst>
          </p:cNvPr>
          <p:cNvSpPr txBox="1"/>
          <p:nvPr/>
        </p:nvSpPr>
        <p:spPr>
          <a:xfrm>
            <a:off x="1592866" y="2766586"/>
            <a:ext cx="11103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V1.0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dirty="0"/>
              <a:t>Béton cellulaire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dirty="0"/>
              <a:t>Cuivre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473A0DD-5200-E4CA-FDCA-B9F0497E2455}"/>
              </a:ext>
            </a:extLst>
          </p:cNvPr>
          <p:cNvSpPr txBox="1"/>
          <p:nvPr/>
        </p:nvSpPr>
        <p:spPr>
          <a:xfrm>
            <a:off x="2610167" y="2778237"/>
            <a:ext cx="11103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V1.2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dirty="0"/>
              <a:t>Electrode externe en acier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936994D-7339-EE52-A9D4-76B3B8EA8671}"/>
              </a:ext>
            </a:extLst>
          </p:cNvPr>
          <p:cNvSpPr txBox="1"/>
          <p:nvPr/>
        </p:nvSpPr>
        <p:spPr>
          <a:xfrm>
            <a:off x="3780473" y="2754935"/>
            <a:ext cx="111975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V2.0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dirty="0"/>
              <a:t>Tige en Acier Inox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dirty="0"/>
              <a:t>Grille Acier 304L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0B411AE-934A-7EAC-42F9-4E85D6D34929}"/>
              </a:ext>
            </a:extLst>
          </p:cNvPr>
          <p:cNvSpPr txBox="1"/>
          <p:nvPr/>
        </p:nvSpPr>
        <p:spPr>
          <a:xfrm>
            <a:off x="4797774" y="2721695"/>
            <a:ext cx="11103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V3.0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dirty="0"/>
              <a:t>Béton Cellulaire Broyé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dirty="0"/>
              <a:t>Tige Acier 304L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FAE3F45-6721-CEBC-C187-31668F129FF1}"/>
              </a:ext>
            </a:extLst>
          </p:cNvPr>
          <p:cNvSpPr txBox="1"/>
          <p:nvPr/>
        </p:nvSpPr>
        <p:spPr>
          <a:xfrm>
            <a:off x="5800437" y="2778237"/>
            <a:ext cx="129383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V3.0.1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dirty="0"/>
              <a:t>Corps en PLA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dirty="0"/>
              <a:t>Béton cellulaire Broyé 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16E4402D-1B31-E13B-998E-A32BEE2C76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4528" y="1266130"/>
            <a:ext cx="895407" cy="1595085"/>
          </a:xfrm>
          <a:prstGeom prst="rect">
            <a:avLst/>
          </a:prstGeom>
        </p:spPr>
      </p:pic>
      <p:pic>
        <p:nvPicPr>
          <p:cNvPr id="18" name="Image 17" descr="Une image contenant ongle, personne, outil, intérieur&#10;&#10;Description générée automatiquement">
            <a:extLst>
              <a:ext uri="{FF2B5EF4-FFF2-40B4-BE49-F238E27FC236}">
                <a16:creationId xmlns:a16="http://schemas.microsoft.com/office/drawing/2014/main" id="{1E22B74E-B15E-FAFA-C2D0-12A52FDC2A01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22733" t="28191" r="14534" b="29934"/>
          <a:stretch/>
        </p:blipFill>
        <p:spPr>
          <a:xfrm rot="5400000">
            <a:off x="8308400" y="1684804"/>
            <a:ext cx="1595084" cy="798556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8615DC76-AC80-3842-A441-CF8E42437EC7}"/>
              </a:ext>
            </a:extLst>
          </p:cNvPr>
          <p:cNvSpPr txBox="1"/>
          <p:nvPr/>
        </p:nvSpPr>
        <p:spPr>
          <a:xfrm>
            <a:off x="7145311" y="2927421"/>
            <a:ext cx="12938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V4</a:t>
            </a:r>
            <a:endParaRPr lang="fr-FR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01F22A9-89B1-F7A6-A158-7118B0AB95C9}"/>
              </a:ext>
            </a:extLst>
          </p:cNvPr>
          <p:cNvSpPr txBox="1"/>
          <p:nvPr/>
        </p:nvSpPr>
        <p:spPr>
          <a:xfrm>
            <a:off x="8459022" y="2970378"/>
            <a:ext cx="1293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V5.0</a:t>
            </a:r>
          </a:p>
          <a:p>
            <a:pPr algn="ctr"/>
            <a:r>
              <a:rPr lang="fr-FR" sz="1100" dirty="0"/>
              <a:t>Demi capteur pour application labo</a:t>
            </a:r>
          </a:p>
        </p:txBody>
      </p:sp>
    </p:spTree>
    <p:extLst>
      <p:ext uri="{BB962C8B-B14F-4D97-AF65-F5344CB8AC3E}">
        <p14:creationId xmlns:p14="http://schemas.microsoft.com/office/powerpoint/2010/main" val="243495061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Microsoft Office PowerPoint</Application>
  <PresentationFormat>Grand écran</PresentationFormat>
  <Paragraphs>21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>UTINAM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loic hallez</dc:creator>
  <cp:lastModifiedBy>loic hallez</cp:lastModifiedBy>
  <cp:revision>1</cp:revision>
  <dcterms:created xsi:type="dcterms:W3CDTF">2026-05-05T13:18:59Z</dcterms:created>
  <dcterms:modified xsi:type="dcterms:W3CDTF">2026-05-05T13:19:25Z</dcterms:modified>
</cp:coreProperties>
</file>